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38900"/>
  <p:notesSz cx="6858000" cy="9144000"/>
  <p:embeddedFontLst>
    <p:embeddedFont>
      <p:font typeface="Lato Bold" charset="1" panose="020F0502020204030203"/>
      <p:regular r:id="rId16"/>
    </p:embeddedFont>
    <p:embeddedFont>
      <p:font typeface="Lato" charset="1" panose="020F0502020204030203"/>
      <p:regular r:id="rId17"/>
    </p:embeddedFont>
    <p:embeddedFont>
      <p:font typeface="Lato Light" charset="1" panose="020F05020202040302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9525"/>
            <a:ext cx="4286250" cy="6429375"/>
          </a:xfrm>
          <a:custGeom>
            <a:avLst/>
            <a:gdLst/>
            <a:ahLst/>
            <a:cxnLst/>
            <a:rect r="r" b="b" t="t" l="l"/>
            <a:pathLst>
              <a:path h="6429375" w="4286250">
                <a:moveTo>
                  <a:pt x="0" y="0"/>
                </a:moveTo>
                <a:lnTo>
                  <a:pt x="4286250" y="0"/>
                </a:lnTo>
                <a:lnTo>
                  <a:pt x="428625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75209" y="2672648"/>
            <a:ext cx="5996969" cy="108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9"/>
              </a:lnSpc>
            </a:pPr>
            <a:r>
              <a:rPr lang="en-US" b="true" sz="3488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Student Record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6276975" y="1476375"/>
            <a:ext cx="4171950" cy="4181475"/>
            <a:chOff x="0" y="0"/>
            <a:chExt cx="5562600" cy="5575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62600" cy="5575300"/>
            </a:xfrm>
            <a:custGeom>
              <a:avLst/>
              <a:gdLst/>
              <a:ahLst/>
              <a:cxnLst/>
              <a:rect r="r" b="b" t="t" l="l"/>
              <a:pathLst>
                <a:path h="5575300" w="5562600">
                  <a:moveTo>
                    <a:pt x="25146" y="0"/>
                  </a:moveTo>
                  <a:cubicBezTo>
                    <a:pt x="18161" y="0"/>
                    <a:pt x="12319" y="2413"/>
                    <a:pt x="7366" y="7366"/>
                  </a:cubicBezTo>
                  <a:cubicBezTo>
                    <a:pt x="2413" y="12319"/>
                    <a:pt x="0" y="18161"/>
                    <a:pt x="0" y="25146"/>
                  </a:cubicBezTo>
                  <a:lnTo>
                    <a:pt x="0" y="5550154"/>
                  </a:lnTo>
                  <a:cubicBezTo>
                    <a:pt x="0" y="5557139"/>
                    <a:pt x="2413" y="5562981"/>
                    <a:pt x="7366" y="5567934"/>
                  </a:cubicBezTo>
                  <a:cubicBezTo>
                    <a:pt x="12319" y="5572887"/>
                    <a:pt x="18034" y="5575173"/>
                    <a:pt x="24765" y="5575300"/>
                  </a:cubicBezTo>
                  <a:lnTo>
                    <a:pt x="5537835" y="5575300"/>
                  </a:lnTo>
                  <a:cubicBezTo>
                    <a:pt x="5544566" y="5575172"/>
                    <a:pt x="5550408" y="5572759"/>
                    <a:pt x="5555234" y="5567934"/>
                  </a:cubicBezTo>
                  <a:cubicBezTo>
                    <a:pt x="5560060" y="5563108"/>
                    <a:pt x="5562600" y="5557139"/>
                    <a:pt x="5562600" y="5550154"/>
                  </a:cubicBezTo>
                  <a:lnTo>
                    <a:pt x="5562600" y="25146"/>
                  </a:lnTo>
                  <a:cubicBezTo>
                    <a:pt x="5562600" y="18161"/>
                    <a:pt x="5560187" y="12319"/>
                    <a:pt x="5555234" y="7366"/>
                  </a:cubicBezTo>
                  <a:cubicBezTo>
                    <a:pt x="5550281" y="2413"/>
                    <a:pt x="5544439" y="0"/>
                    <a:pt x="553745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20163" y="1397117"/>
            <a:ext cx="4565447" cy="317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50"/>
              </a:lnSpc>
            </a:pPr>
            <a:r>
              <a:rPr lang="en-US" b="true" sz="2964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GROUP MEMBERS</a:t>
            </a:r>
          </a:p>
          <a:p>
            <a:pPr algn="just">
              <a:lnSpc>
                <a:spcPts val="4150"/>
              </a:lnSpc>
            </a:pPr>
          </a:p>
          <a:p>
            <a:pPr algn="just">
              <a:lnSpc>
                <a:spcPts val="3419"/>
              </a:lnSpc>
            </a:pPr>
            <a:r>
              <a:rPr lang="en-US" b="true" sz="237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R. Sravya           - AP24110010547 </a:t>
            </a:r>
          </a:p>
          <a:p>
            <a:pPr algn="just">
              <a:lnSpc>
                <a:spcPts val="3419"/>
              </a:lnSpc>
            </a:pPr>
            <a:r>
              <a:rPr lang="en-US" b="true" sz="237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G. Sowmya       - AP24110010623 </a:t>
            </a:r>
          </a:p>
          <a:p>
            <a:pPr algn="just">
              <a:lnSpc>
                <a:spcPts val="3419"/>
              </a:lnSpc>
            </a:pPr>
            <a:r>
              <a:rPr lang="en-US" b="true" sz="237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R. Sushma Sri - AP24110010718 B. Nishwitha    - AP24110010759</a:t>
            </a:r>
          </a:p>
          <a:p>
            <a:pPr algn="just">
              <a:lnSpc>
                <a:spcPts val="3419"/>
              </a:lnSpc>
            </a:pPr>
            <a:r>
              <a:rPr lang="en-US" b="true" sz="237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J. Jhansi            - AP24110010812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8447" y="210530"/>
            <a:ext cx="4286250" cy="6018345"/>
          </a:xfrm>
          <a:custGeom>
            <a:avLst/>
            <a:gdLst/>
            <a:ahLst/>
            <a:cxnLst/>
            <a:rect r="r" b="b" t="t" l="l"/>
            <a:pathLst>
              <a:path h="6018345" w="4286250">
                <a:moveTo>
                  <a:pt x="0" y="0"/>
                </a:moveTo>
                <a:lnTo>
                  <a:pt x="4286250" y="0"/>
                </a:lnTo>
                <a:lnTo>
                  <a:pt x="4286250" y="6018345"/>
                </a:lnTo>
                <a:lnTo>
                  <a:pt x="0" y="601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82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22822" y="1917697"/>
            <a:ext cx="3022597" cy="1993897"/>
          </a:xfrm>
          <a:custGeom>
            <a:avLst/>
            <a:gdLst/>
            <a:ahLst/>
            <a:cxnLst/>
            <a:rect r="r" b="b" t="t" l="l"/>
            <a:pathLst>
              <a:path h="1993897" w="3022597">
                <a:moveTo>
                  <a:pt x="0" y="0"/>
                </a:moveTo>
                <a:lnTo>
                  <a:pt x="3022597" y="0"/>
                </a:lnTo>
                <a:lnTo>
                  <a:pt x="3022597" y="1993897"/>
                </a:lnTo>
                <a:lnTo>
                  <a:pt x="0" y="1993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22822" y="3936997"/>
            <a:ext cx="3022597" cy="1755772"/>
          </a:xfrm>
          <a:custGeom>
            <a:avLst/>
            <a:gdLst/>
            <a:ahLst/>
            <a:cxnLst/>
            <a:rect r="r" b="b" t="t" l="l"/>
            <a:pathLst>
              <a:path h="1755772" w="3022597">
                <a:moveTo>
                  <a:pt x="0" y="0"/>
                </a:moveTo>
                <a:lnTo>
                  <a:pt x="3022597" y="0"/>
                </a:lnTo>
                <a:lnTo>
                  <a:pt x="3022597" y="1755772"/>
                </a:lnTo>
                <a:lnTo>
                  <a:pt x="0" y="1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51772" y="1917697"/>
            <a:ext cx="3022597" cy="1993897"/>
          </a:xfrm>
          <a:custGeom>
            <a:avLst/>
            <a:gdLst/>
            <a:ahLst/>
            <a:cxnLst/>
            <a:rect r="r" b="b" t="t" l="l"/>
            <a:pathLst>
              <a:path h="1993897" w="3022597">
                <a:moveTo>
                  <a:pt x="0" y="0"/>
                </a:moveTo>
                <a:lnTo>
                  <a:pt x="3022597" y="0"/>
                </a:lnTo>
                <a:lnTo>
                  <a:pt x="3022597" y="1993897"/>
                </a:lnTo>
                <a:lnTo>
                  <a:pt x="0" y="1993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06413" y="787517"/>
            <a:ext cx="5425383" cy="94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b="true" sz="2964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The Challenge: Manual Student Record Management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43607" y="1960674"/>
            <a:ext cx="37052" cy="416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4"/>
              </a:lnSpc>
            </a:pPr>
            <a:r>
              <a:rPr lang="en-US" b="true" sz="148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33223" y="2122599"/>
            <a:ext cx="2046665" cy="25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4"/>
              </a:lnSpc>
            </a:pPr>
            <a:r>
              <a:rPr lang="en-US" b="true" sz="148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Data</a:t>
            </a:r>
            <a:r>
              <a:rPr lang="en-US" b="true" sz="14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148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Loss</a:t>
            </a:r>
            <a:r>
              <a:rPr lang="en-US" b="true" sz="14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148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&amp;</a:t>
            </a:r>
            <a:r>
              <a:rPr lang="en-US" b="true" sz="14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148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Inefficiency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33223" y="4084749"/>
            <a:ext cx="2104234" cy="311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b="true" sz="148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Fragmented Information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2938" y="4409170"/>
            <a:ext cx="29642" cy="29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5"/>
              </a:lnSpc>
            </a:pPr>
            <a:r>
              <a:rPr lang="en-US" sz="118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60248" y="2065449"/>
            <a:ext cx="1962702" cy="311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b="true" sz="148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Time-Consuming</a:t>
            </a:r>
            <a:r>
              <a:rPr lang="en-US" b="true" sz="14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148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Tasks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34942" y="2389870"/>
            <a:ext cx="29642" cy="29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5"/>
              </a:lnSpc>
            </a:pPr>
            <a:r>
              <a:rPr lang="en-US" sz="118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33223" y="2456545"/>
            <a:ext cx="2444248" cy="70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Traditional paper-based systems are prone to data loss, slow retrieval times, and significant security risks.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33223" y="4466320"/>
            <a:ext cx="2091333" cy="23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85" spc="1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Records spread across various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33223" y="4704445"/>
            <a:ext cx="2542470" cy="72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8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departments hinder efficient access, comprehensive reporting, and holistic student overview.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60248" y="2447020"/>
            <a:ext cx="2443401" cy="23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8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Administrative staff spend excessive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60248" y="2685145"/>
            <a:ext cx="2504675" cy="961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8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hours on repetitive tasks such as attendance tracking and manual grade entry, diverting resources from </a:t>
            </a:r>
          </a:p>
          <a:p>
            <a:pPr algn="l">
              <a:lnSpc>
                <a:spcPts val="1725"/>
              </a:lnSpc>
            </a:pPr>
            <a:r>
              <a:rPr lang="en-US" sz="118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more critical activities.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11200" y="2892171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4A4A45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11200" y="3482721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7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4A4A4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11200" y="4082796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7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991350" y="1790700"/>
            <a:ext cx="3638550" cy="3638550"/>
            <a:chOff x="0" y="0"/>
            <a:chExt cx="4851400" cy="4851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51527" cy="4851400"/>
            </a:xfrm>
            <a:custGeom>
              <a:avLst/>
              <a:gdLst/>
              <a:ahLst/>
              <a:cxnLst/>
              <a:rect r="r" b="b" t="t" l="l"/>
              <a:pathLst>
                <a:path h="4851400" w="4851527">
                  <a:moveTo>
                    <a:pt x="28067" y="0"/>
                  </a:moveTo>
                  <a:cubicBezTo>
                    <a:pt x="20320" y="0"/>
                    <a:pt x="13716" y="2794"/>
                    <a:pt x="8255" y="8255"/>
                  </a:cubicBezTo>
                  <a:cubicBezTo>
                    <a:pt x="2794" y="13716"/>
                    <a:pt x="0" y="20320"/>
                    <a:pt x="0" y="28067"/>
                  </a:cubicBezTo>
                  <a:lnTo>
                    <a:pt x="0" y="4823333"/>
                  </a:lnTo>
                  <a:cubicBezTo>
                    <a:pt x="0" y="4831080"/>
                    <a:pt x="2794" y="4837684"/>
                    <a:pt x="8255" y="4843145"/>
                  </a:cubicBezTo>
                  <a:cubicBezTo>
                    <a:pt x="13716" y="4848606"/>
                    <a:pt x="20193" y="4851273"/>
                    <a:pt x="27813" y="4851400"/>
                  </a:cubicBezTo>
                  <a:lnTo>
                    <a:pt x="4823714" y="4851400"/>
                  </a:lnTo>
                  <a:cubicBezTo>
                    <a:pt x="4831334" y="4851273"/>
                    <a:pt x="4837811" y="4848606"/>
                    <a:pt x="4843272" y="4843145"/>
                  </a:cubicBezTo>
                  <a:cubicBezTo>
                    <a:pt x="4848733" y="4837684"/>
                    <a:pt x="4851527" y="4831080"/>
                    <a:pt x="4851527" y="4823333"/>
                  </a:cubicBezTo>
                  <a:lnTo>
                    <a:pt x="4851527" y="28067"/>
                  </a:lnTo>
                  <a:cubicBezTo>
                    <a:pt x="4851527" y="20320"/>
                    <a:pt x="4848733" y="13716"/>
                    <a:pt x="4843272" y="8255"/>
                  </a:cubicBezTo>
                  <a:cubicBezTo>
                    <a:pt x="4837811" y="2794"/>
                    <a:pt x="4831080" y="0"/>
                    <a:pt x="482333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20163" y="1037615"/>
            <a:ext cx="9160050" cy="285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6"/>
              </a:lnSpc>
            </a:pPr>
            <a:r>
              <a:rPr lang="en-US" b="true" sz="3313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What Is a Student Record Management System?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4530" y="1600314"/>
            <a:ext cx="33137" cy="37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13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0163" y="1714614"/>
            <a:ext cx="5763578" cy="25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 Student Record Management System (SRMS) is a sophisticated, centralized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0163" y="1981314"/>
            <a:ext cx="5764063" cy="52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digital platform engineered to securely store, track, and manage all aspects of student data throughout their academic journey.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9397" y="2562339"/>
            <a:ext cx="5693626" cy="192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13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Automates critical processes including admissions, attendance, grade </a:t>
            </a:r>
          </a:p>
          <a:p>
            <a:pPr algn="l">
              <a:lnSpc>
                <a:spcPts val="886"/>
              </a:lnSpc>
            </a:pPr>
            <a:r>
              <a:rPr lang="en-US" sz="13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management, fee collection, and behavioral records.</a:t>
            </a:r>
          </a:p>
          <a:p>
            <a:pPr algn="l">
              <a:lnSpc>
                <a:spcPts val="886"/>
              </a:lnSpc>
            </a:pPr>
          </a:p>
          <a:p>
            <a:pPr algn="l">
              <a:lnSpc>
                <a:spcPts val="3313"/>
              </a:lnSpc>
            </a:pPr>
            <a:r>
              <a:rPr lang="en-US" sz="13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Provides granular, role-based access for students, teachers, administrators, </a:t>
            </a:r>
          </a:p>
          <a:p>
            <a:pPr algn="l">
              <a:lnSpc>
                <a:spcPts val="1036"/>
              </a:lnSpc>
            </a:pPr>
            <a:r>
              <a:rPr lang="en-US" sz="13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and parents, ensuring data privacy and relevance.</a:t>
            </a:r>
          </a:p>
          <a:p>
            <a:pPr algn="l">
              <a:lnSpc>
                <a:spcPts val="1036"/>
              </a:lnSpc>
            </a:pPr>
          </a:p>
          <a:p>
            <a:pPr algn="l">
              <a:lnSpc>
                <a:spcPts val="3313"/>
              </a:lnSpc>
            </a:pPr>
            <a:r>
              <a:rPr lang="en-US" sz="13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Streamlines workflows and enhances communication across the educational </a:t>
            </a:r>
          </a:p>
          <a:p>
            <a:pPr algn="l">
              <a:lnSpc>
                <a:spcPts val="886"/>
              </a:lnSpc>
            </a:pPr>
            <a:r>
              <a:rPr lang="en-US" sz="13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ecosystem.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9525"/>
            <a:ext cx="4286250" cy="6429375"/>
          </a:xfrm>
          <a:custGeom>
            <a:avLst/>
            <a:gdLst/>
            <a:ahLst/>
            <a:cxnLst/>
            <a:rect r="r" b="b" t="t" l="l"/>
            <a:pathLst>
              <a:path h="6429375" w="4286250">
                <a:moveTo>
                  <a:pt x="0" y="0"/>
                </a:moveTo>
                <a:lnTo>
                  <a:pt x="4286250" y="0"/>
                </a:lnTo>
                <a:lnTo>
                  <a:pt x="428625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4835614" y="1244508"/>
            <a:ext cx="427349" cy="427596"/>
            <a:chOff x="0" y="0"/>
            <a:chExt cx="427355" cy="4275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71371" y="318183"/>
              <a:ext cx="48450" cy="16081"/>
            </a:xfrm>
            <a:custGeom>
              <a:avLst/>
              <a:gdLst/>
              <a:ahLst/>
              <a:cxnLst/>
              <a:rect r="r" b="b" t="t" l="l"/>
              <a:pathLst>
                <a:path h="16081" w="48450">
                  <a:moveTo>
                    <a:pt x="43513" y="14430"/>
                  </a:moveTo>
                  <a:cubicBezTo>
                    <a:pt x="38560" y="15446"/>
                    <a:pt x="34496" y="15827"/>
                    <a:pt x="25352" y="16081"/>
                  </a:cubicBezTo>
                  <a:cubicBezTo>
                    <a:pt x="25098" y="16081"/>
                    <a:pt x="24971" y="16081"/>
                    <a:pt x="24717" y="16081"/>
                  </a:cubicBezTo>
                  <a:cubicBezTo>
                    <a:pt x="19637" y="15700"/>
                    <a:pt x="14430" y="14938"/>
                    <a:pt x="7953" y="13414"/>
                  </a:cubicBezTo>
                  <a:cubicBezTo>
                    <a:pt x="7826" y="13414"/>
                    <a:pt x="7699" y="13287"/>
                    <a:pt x="7445" y="13287"/>
                  </a:cubicBezTo>
                  <a:lnTo>
                    <a:pt x="4397" y="12271"/>
                  </a:lnTo>
                  <a:cubicBezTo>
                    <a:pt x="1095" y="11255"/>
                    <a:pt x="-810" y="7699"/>
                    <a:pt x="333" y="4397"/>
                  </a:cubicBezTo>
                  <a:cubicBezTo>
                    <a:pt x="1476" y="1095"/>
                    <a:pt x="4905" y="-810"/>
                    <a:pt x="8207" y="333"/>
                  </a:cubicBezTo>
                  <a:lnTo>
                    <a:pt x="11255" y="1349"/>
                  </a:lnTo>
                  <a:lnTo>
                    <a:pt x="9350" y="7318"/>
                  </a:lnTo>
                  <a:lnTo>
                    <a:pt x="10747" y="1222"/>
                  </a:lnTo>
                  <a:cubicBezTo>
                    <a:pt x="16716" y="2619"/>
                    <a:pt x="21415" y="3381"/>
                    <a:pt x="25606" y="3635"/>
                  </a:cubicBezTo>
                  <a:lnTo>
                    <a:pt x="25098" y="9985"/>
                  </a:lnTo>
                  <a:lnTo>
                    <a:pt x="24971" y="3635"/>
                  </a:lnTo>
                  <a:cubicBezTo>
                    <a:pt x="33607" y="3508"/>
                    <a:pt x="36909" y="3000"/>
                    <a:pt x="40973" y="2238"/>
                  </a:cubicBezTo>
                  <a:cubicBezTo>
                    <a:pt x="44402" y="1603"/>
                    <a:pt x="47704" y="3762"/>
                    <a:pt x="48339" y="7191"/>
                  </a:cubicBezTo>
                  <a:cubicBezTo>
                    <a:pt x="48974" y="10620"/>
                    <a:pt x="46815" y="13922"/>
                    <a:pt x="43386" y="1455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3395" y="249600"/>
              <a:ext cx="54830" cy="82472"/>
            </a:xfrm>
            <a:custGeom>
              <a:avLst/>
              <a:gdLst/>
              <a:ahLst/>
              <a:cxnLst/>
              <a:rect r="r" b="b" t="t" l="l"/>
              <a:pathLst>
                <a:path h="82472" w="54830">
                  <a:moveTo>
                    <a:pt x="44278" y="80854"/>
                  </a:moveTo>
                  <a:cubicBezTo>
                    <a:pt x="32721" y="70694"/>
                    <a:pt x="29546" y="67519"/>
                    <a:pt x="23831" y="60407"/>
                  </a:cubicBezTo>
                  <a:cubicBezTo>
                    <a:pt x="23704" y="60280"/>
                    <a:pt x="23577" y="60153"/>
                    <a:pt x="23450" y="59899"/>
                  </a:cubicBezTo>
                  <a:cubicBezTo>
                    <a:pt x="17227" y="50755"/>
                    <a:pt x="12020" y="41103"/>
                    <a:pt x="7321" y="30435"/>
                  </a:cubicBezTo>
                  <a:cubicBezTo>
                    <a:pt x="7321" y="30308"/>
                    <a:pt x="7194" y="30181"/>
                    <a:pt x="7194" y="30054"/>
                  </a:cubicBezTo>
                  <a:cubicBezTo>
                    <a:pt x="4400" y="22053"/>
                    <a:pt x="1987" y="14687"/>
                    <a:pt x="209" y="7956"/>
                  </a:cubicBezTo>
                  <a:cubicBezTo>
                    <a:pt x="-680" y="4527"/>
                    <a:pt x="1352" y="1098"/>
                    <a:pt x="4654" y="209"/>
                  </a:cubicBezTo>
                  <a:cubicBezTo>
                    <a:pt x="7956" y="-680"/>
                    <a:pt x="11512" y="1352"/>
                    <a:pt x="12401" y="4654"/>
                  </a:cubicBezTo>
                  <a:cubicBezTo>
                    <a:pt x="14052" y="11004"/>
                    <a:pt x="16338" y="17989"/>
                    <a:pt x="19005" y="25736"/>
                  </a:cubicBezTo>
                  <a:lnTo>
                    <a:pt x="13036" y="27895"/>
                  </a:lnTo>
                  <a:lnTo>
                    <a:pt x="18878" y="25355"/>
                  </a:lnTo>
                  <a:cubicBezTo>
                    <a:pt x="23323" y="35388"/>
                    <a:pt x="28149" y="44405"/>
                    <a:pt x="33864" y="52914"/>
                  </a:cubicBezTo>
                  <a:lnTo>
                    <a:pt x="28657" y="56470"/>
                  </a:lnTo>
                  <a:lnTo>
                    <a:pt x="33610" y="52533"/>
                  </a:lnTo>
                  <a:cubicBezTo>
                    <a:pt x="38690" y="58883"/>
                    <a:pt x="41357" y="61423"/>
                    <a:pt x="52660" y="71456"/>
                  </a:cubicBezTo>
                  <a:cubicBezTo>
                    <a:pt x="55327" y="73742"/>
                    <a:pt x="55581" y="77806"/>
                    <a:pt x="53168" y="80346"/>
                  </a:cubicBezTo>
                  <a:cubicBezTo>
                    <a:pt x="50755" y="82886"/>
                    <a:pt x="46818" y="83267"/>
                    <a:pt x="44278" y="8085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9478" y="255189"/>
              <a:ext cx="104291" cy="75525"/>
            </a:xfrm>
            <a:custGeom>
              <a:avLst/>
              <a:gdLst/>
              <a:ahLst/>
              <a:cxnLst/>
              <a:rect r="r" b="b" t="t" l="l"/>
              <a:pathLst>
                <a:path h="75525" w="104291">
                  <a:moveTo>
                    <a:pt x="98195" y="75519"/>
                  </a:moveTo>
                  <a:cubicBezTo>
                    <a:pt x="88797" y="75646"/>
                    <a:pt x="81304" y="73614"/>
                    <a:pt x="72414" y="70820"/>
                  </a:cubicBezTo>
                  <a:cubicBezTo>
                    <a:pt x="72287" y="70820"/>
                    <a:pt x="72160" y="70693"/>
                    <a:pt x="72033" y="70693"/>
                  </a:cubicBezTo>
                  <a:cubicBezTo>
                    <a:pt x="64413" y="67772"/>
                    <a:pt x="56793" y="64089"/>
                    <a:pt x="49300" y="59898"/>
                  </a:cubicBezTo>
                  <a:cubicBezTo>
                    <a:pt x="49173" y="59898"/>
                    <a:pt x="49046" y="59771"/>
                    <a:pt x="48919" y="59644"/>
                  </a:cubicBezTo>
                  <a:cubicBezTo>
                    <a:pt x="42442" y="55580"/>
                    <a:pt x="36219" y="51008"/>
                    <a:pt x="29996" y="45928"/>
                  </a:cubicBezTo>
                  <a:cubicBezTo>
                    <a:pt x="29869" y="45801"/>
                    <a:pt x="29869" y="45801"/>
                    <a:pt x="29742" y="45674"/>
                  </a:cubicBezTo>
                  <a:cubicBezTo>
                    <a:pt x="23519" y="39959"/>
                    <a:pt x="18693" y="35006"/>
                    <a:pt x="13232" y="28656"/>
                  </a:cubicBezTo>
                  <a:cubicBezTo>
                    <a:pt x="13105" y="28529"/>
                    <a:pt x="13105" y="28402"/>
                    <a:pt x="12978" y="28275"/>
                  </a:cubicBezTo>
                  <a:cubicBezTo>
                    <a:pt x="8279" y="21925"/>
                    <a:pt x="4088" y="15448"/>
                    <a:pt x="786" y="9479"/>
                  </a:cubicBezTo>
                  <a:cubicBezTo>
                    <a:pt x="-865" y="6431"/>
                    <a:pt x="151" y="2621"/>
                    <a:pt x="3199" y="843"/>
                  </a:cubicBezTo>
                  <a:cubicBezTo>
                    <a:pt x="6247" y="-935"/>
                    <a:pt x="10057" y="208"/>
                    <a:pt x="11835" y="3256"/>
                  </a:cubicBezTo>
                  <a:cubicBezTo>
                    <a:pt x="14883" y="8717"/>
                    <a:pt x="18820" y="14813"/>
                    <a:pt x="23265" y="20782"/>
                  </a:cubicBezTo>
                  <a:lnTo>
                    <a:pt x="18185" y="24592"/>
                  </a:lnTo>
                  <a:lnTo>
                    <a:pt x="23011" y="20528"/>
                  </a:lnTo>
                  <a:cubicBezTo>
                    <a:pt x="28091" y="26497"/>
                    <a:pt x="32536" y="31069"/>
                    <a:pt x="38378" y="36403"/>
                  </a:cubicBezTo>
                  <a:lnTo>
                    <a:pt x="34060" y="41102"/>
                  </a:lnTo>
                  <a:lnTo>
                    <a:pt x="37997" y="36149"/>
                  </a:lnTo>
                  <a:cubicBezTo>
                    <a:pt x="43839" y="40848"/>
                    <a:pt x="49808" y="45166"/>
                    <a:pt x="55777" y="48976"/>
                  </a:cubicBezTo>
                  <a:lnTo>
                    <a:pt x="52348" y="54310"/>
                  </a:lnTo>
                  <a:lnTo>
                    <a:pt x="55396" y="48722"/>
                  </a:lnTo>
                  <a:cubicBezTo>
                    <a:pt x="62508" y="52659"/>
                    <a:pt x="69620" y="55961"/>
                    <a:pt x="76605" y="58755"/>
                  </a:cubicBezTo>
                  <a:lnTo>
                    <a:pt x="74319" y="64597"/>
                  </a:lnTo>
                  <a:lnTo>
                    <a:pt x="76224" y="58628"/>
                  </a:lnTo>
                  <a:cubicBezTo>
                    <a:pt x="84606" y="61295"/>
                    <a:pt x="90575" y="62819"/>
                    <a:pt x="97941" y="62692"/>
                  </a:cubicBezTo>
                  <a:cubicBezTo>
                    <a:pt x="101370" y="62692"/>
                    <a:pt x="104291" y="65486"/>
                    <a:pt x="104291" y="68915"/>
                  </a:cubicBezTo>
                  <a:cubicBezTo>
                    <a:pt x="104291" y="72344"/>
                    <a:pt x="101497" y="75265"/>
                    <a:pt x="98068" y="7526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7560"/>
              <a:ext cx="119130" cy="200627"/>
            </a:xfrm>
            <a:custGeom>
              <a:avLst/>
              <a:gdLst/>
              <a:ahLst/>
              <a:cxnLst/>
              <a:rect r="r" b="b" t="t" l="l"/>
              <a:pathLst>
                <a:path h="200627" w="119130">
                  <a:moveTo>
                    <a:pt x="16637" y="196981"/>
                  </a:moveTo>
                  <a:cubicBezTo>
                    <a:pt x="12827" y="189488"/>
                    <a:pt x="9779" y="182757"/>
                    <a:pt x="7112" y="175645"/>
                  </a:cubicBezTo>
                  <a:cubicBezTo>
                    <a:pt x="7112" y="175518"/>
                    <a:pt x="6985" y="175391"/>
                    <a:pt x="6985" y="175264"/>
                  </a:cubicBezTo>
                  <a:cubicBezTo>
                    <a:pt x="4826" y="168279"/>
                    <a:pt x="3048" y="161167"/>
                    <a:pt x="1651" y="154055"/>
                  </a:cubicBezTo>
                  <a:cubicBezTo>
                    <a:pt x="1651" y="153928"/>
                    <a:pt x="1651" y="153801"/>
                    <a:pt x="1651" y="153674"/>
                  </a:cubicBezTo>
                  <a:cubicBezTo>
                    <a:pt x="381" y="143641"/>
                    <a:pt x="0" y="137799"/>
                    <a:pt x="0" y="128401"/>
                  </a:cubicBezTo>
                  <a:cubicBezTo>
                    <a:pt x="0" y="128274"/>
                    <a:pt x="0" y="128147"/>
                    <a:pt x="0" y="128020"/>
                  </a:cubicBezTo>
                  <a:cubicBezTo>
                    <a:pt x="381" y="120400"/>
                    <a:pt x="1143" y="112780"/>
                    <a:pt x="2667" y="104779"/>
                  </a:cubicBezTo>
                  <a:cubicBezTo>
                    <a:pt x="2667" y="104652"/>
                    <a:pt x="2667" y="104525"/>
                    <a:pt x="2794" y="104398"/>
                  </a:cubicBezTo>
                  <a:cubicBezTo>
                    <a:pt x="4699" y="96397"/>
                    <a:pt x="7112" y="88904"/>
                    <a:pt x="10287" y="80522"/>
                  </a:cubicBezTo>
                  <a:cubicBezTo>
                    <a:pt x="10287" y="80395"/>
                    <a:pt x="10414" y="80268"/>
                    <a:pt x="10414" y="80141"/>
                  </a:cubicBezTo>
                  <a:cubicBezTo>
                    <a:pt x="13970" y="72394"/>
                    <a:pt x="16510" y="67314"/>
                    <a:pt x="21590" y="58551"/>
                  </a:cubicBezTo>
                  <a:cubicBezTo>
                    <a:pt x="21717" y="58424"/>
                    <a:pt x="21844" y="58170"/>
                    <a:pt x="21844" y="58043"/>
                  </a:cubicBezTo>
                  <a:cubicBezTo>
                    <a:pt x="27051" y="50550"/>
                    <a:pt x="31623" y="44835"/>
                    <a:pt x="37211" y="38612"/>
                  </a:cubicBezTo>
                  <a:cubicBezTo>
                    <a:pt x="37211" y="38485"/>
                    <a:pt x="37338" y="38485"/>
                    <a:pt x="37338" y="38358"/>
                  </a:cubicBezTo>
                  <a:cubicBezTo>
                    <a:pt x="42418" y="33278"/>
                    <a:pt x="48641" y="27690"/>
                    <a:pt x="55626" y="22229"/>
                  </a:cubicBezTo>
                  <a:cubicBezTo>
                    <a:pt x="55753" y="22102"/>
                    <a:pt x="55880" y="22102"/>
                    <a:pt x="55880" y="21975"/>
                  </a:cubicBezTo>
                  <a:cubicBezTo>
                    <a:pt x="62738" y="17276"/>
                    <a:pt x="70358" y="12704"/>
                    <a:pt x="77216" y="9275"/>
                  </a:cubicBezTo>
                  <a:cubicBezTo>
                    <a:pt x="77343" y="9275"/>
                    <a:pt x="77470" y="9148"/>
                    <a:pt x="77597" y="9148"/>
                  </a:cubicBezTo>
                  <a:cubicBezTo>
                    <a:pt x="84455" y="6227"/>
                    <a:pt x="93218" y="3052"/>
                    <a:pt x="102235" y="512"/>
                  </a:cubicBezTo>
                  <a:cubicBezTo>
                    <a:pt x="102743" y="385"/>
                    <a:pt x="103251" y="258"/>
                    <a:pt x="103759" y="258"/>
                  </a:cubicBezTo>
                  <a:lnTo>
                    <a:pt x="112649" y="4"/>
                  </a:lnTo>
                  <a:cubicBezTo>
                    <a:pt x="116078" y="-123"/>
                    <a:pt x="118999" y="2671"/>
                    <a:pt x="119126" y="6100"/>
                  </a:cubicBezTo>
                  <a:cubicBezTo>
                    <a:pt x="119253" y="9529"/>
                    <a:pt x="116459" y="12450"/>
                    <a:pt x="113030" y="12577"/>
                  </a:cubicBezTo>
                  <a:lnTo>
                    <a:pt x="104140" y="12831"/>
                  </a:lnTo>
                  <a:lnTo>
                    <a:pt x="104013" y="6481"/>
                  </a:lnTo>
                  <a:lnTo>
                    <a:pt x="105791" y="12577"/>
                  </a:lnTo>
                  <a:cubicBezTo>
                    <a:pt x="97282" y="14990"/>
                    <a:pt x="89027" y="17911"/>
                    <a:pt x="82677" y="20705"/>
                  </a:cubicBezTo>
                  <a:lnTo>
                    <a:pt x="80137" y="14863"/>
                  </a:lnTo>
                  <a:lnTo>
                    <a:pt x="83058" y="20451"/>
                  </a:lnTo>
                  <a:cubicBezTo>
                    <a:pt x="76708" y="23626"/>
                    <a:pt x="69596" y="27944"/>
                    <a:pt x="63246" y="32389"/>
                  </a:cubicBezTo>
                  <a:lnTo>
                    <a:pt x="59690" y="27182"/>
                  </a:lnTo>
                  <a:lnTo>
                    <a:pt x="63627" y="32135"/>
                  </a:lnTo>
                  <a:cubicBezTo>
                    <a:pt x="57023" y="37342"/>
                    <a:pt x="51181" y="42422"/>
                    <a:pt x="46609" y="47121"/>
                  </a:cubicBezTo>
                  <a:lnTo>
                    <a:pt x="41910" y="42803"/>
                  </a:lnTo>
                  <a:lnTo>
                    <a:pt x="46609" y="46994"/>
                  </a:lnTo>
                  <a:cubicBezTo>
                    <a:pt x="41402" y="52836"/>
                    <a:pt x="37211" y="58043"/>
                    <a:pt x="32131" y="65282"/>
                  </a:cubicBezTo>
                  <a:lnTo>
                    <a:pt x="26924" y="61599"/>
                  </a:lnTo>
                  <a:lnTo>
                    <a:pt x="32385" y="64774"/>
                  </a:lnTo>
                  <a:cubicBezTo>
                    <a:pt x="27432" y="73283"/>
                    <a:pt x="25146" y="77855"/>
                    <a:pt x="21844" y="85221"/>
                  </a:cubicBezTo>
                  <a:lnTo>
                    <a:pt x="16129" y="82681"/>
                  </a:lnTo>
                  <a:lnTo>
                    <a:pt x="22098" y="84967"/>
                  </a:lnTo>
                  <a:cubicBezTo>
                    <a:pt x="19050" y="92841"/>
                    <a:pt x="16891" y="99826"/>
                    <a:pt x="15113" y="107446"/>
                  </a:cubicBezTo>
                  <a:lnTo>
                    <a:pt x="9017" y="105922"/>
                  </a:lnTo>
                  <a:lnTo>
                    <a:pt x="15240" y="107065"/>
                  </a:lnTo>
                  <a:cubicBezTo>
                    <a:pt x="13843" y="114558"/>
                    <a:pt x="13081" y="121670"/>
                    <a:pt x="12827" y="128655"/>
                  </a:cubicBezTo>
                  <a:lnTo>
                    <a:pt x="6477" y="128401"/>
                  </a:lnTo>
                  <a:lnTo>
                    <a:pt x="12827" y="128401"/>
                  </a:lnTo>
                  <a:cubicBezTo>
                    <a:pt x="12827" y="137291"/>
                    <a:pt x="13208" y="142625"/>
                    <a:pt x="14351" y="152150"/>
                  </a:cubicBezTo>
                  <a:lnTo>
                    <a:pt x="8128" y="152912"/>
                  </a:lnTo>
                  <a:lnTo>
                    <a:pt x="14351" y="151769"/>
                  </a:lnTo>
                  <a:cubicBezTo>
                    <a:pt x="15621" y="158373"/>
                    <a:pt x="17272" y="164977"/>
                    <a:pt x="19304" y="171581"/>
                  </a:cubicBezTo>
                  <a:lnTo>
                    <a:pt x="13208" y="173486"/>
                  </a:lnTo>
                  <a:lnTo>
                    <a:pt x="19177" y="171327"/>
                  </a:lnTo>
                  <a:cubicBezTo>
                    <a:pt x="21717" y="178058"/>
                    <a:pt x="24384" y="184281"/>
                    <a:pt x="28067" y="191393"/>
                  </a:cubicBezTo>
                  <a:cubicBezTo>
                    <a:pt x="29718" y="194441"/>
                    <a:pt x="28448" y="198251"/>
                    <a:pt x="25273" y="199902"/>
                  </a:cubicBezTo>
                  <a:cubicBezTo>
                    <a:pt x="22098" y="201553"/>
                    <a:pt x="18415" y="200283"/>
                    <a:pt x="16764" y="19710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1801" y="132168"/>
              <a:ext cx="19773" cy="92119"/>
            </a:xfrm>
            <a:custGeom>
              <a:avLst/>
              <a:gdLst/>
              <a:ahLst/>
              <a:cxnLst/>
              <a:rect r="r" b="b" t="t" l="l"/>
              <a:pathLst>
                <a:path h="92119" w="19773">
                  <a:moveTo>
                    <a:pt x="6517" y="85256"/>
                  </a:moveTo>
                  <a:cubicBezTo>
                    <a:pt x="7152" y="75985"/>
                    <a:pt x="7406" y="63920"/>
                    <a:pt x="6390" y="44489"/>
                  </a:cubicBezTo>
                  <a:lnTo>
                    <a:pt x="12740" y="44108"/>
                  </a:lnTo>
                  <a:lnTo>
                    <a:pt x="6390" y="44743"/>
                  </a:lnTo>
                  <a:cubicBezTo>
                    <a:pt x="5501" y="36234"/>
                    <a:pt x="4104" y="26582"/>
                    <a:pt x="2199" y="16930"/>
                  </a:cubicBezTo>
                  <a:lnTo>
                    <a:pt x="8422" y="15787"/>
                  </a:lnTo>
                  <a:lnTo>
                    <a:pt x="2326" y="17311"/>
                  </a:lnTo>
                  <a:cubicBezTo>
                    <a:pt x="1056" y="12231"/>
                    <a:pt x="294" y="8802"/>
                    <a:pt x="40" y="7278"/>
                  </a:cubicBezTo>
                  <a:cubicBezTo>
                    <a:pt x="40" y="7151"/>
                    <a:pt x="40" y="7151"/>
                    <a:pt x="40" y="7024"/>
                  </a:cubicBezTo>
                  <a:cubicBezTo>
                    <a:pt x="-341" y="3595"/>
                    <a:pt x="2072" y="420"/>
                    <a:pt x="5628" y="39"/>
                  </a:cubicBezTo>
                  <a:cubicBezTo>
                    <a:pt x="9184" y="-342"/>
                    <a:pt x="12232" y="2071"/>
                    <a:pt x="12613" y="5627"/>
                  </a:cubicBezTo>
                  <a:cubicBezTo>
                    <a:pt x="12613" y="5627"/>
                    <a:pt x="12613" y="5627"/>
                    <a:pt x="12613" y="5627"/>
                  </a:cubicBezTo>
                  <a:cubicBezTo>
                    <a:pt x="12740" y="6262"/>
                    <a:pt x="13248" y="9056"/>
                    <a:pt x="14645" y="14390"/>
                  </a:cubicBezTo>
                  <a:cubicBezTo>
                    <a:pt x="14645" y="14517"/>
                    <a:pt x="14645" y="14644"/>
                    <a:pt x="14772" y="14771"/>
                  </a:cubicBezTo>
                  <a:cubicBezTo>
                    <a:pt x="16677" y="24804"/>
                    <a:pt x="18201" y="34710"/>
                    <a:pt x="19090" y="43600"/>
                  </a:cubicBezTo>
                  <a:cubicBezTo>
                    <a:pt x="19090" y="43727"/>
                    <a:pt x="19090" y="43854"/>
                    <a:pt x="19090" y="43981"/>
                  </a:cubicBezTo>
                  <a:cubicBezTo>
                    <a:pt x="20106" y="63793"/>
                    <a:pt x="19852" y="76366"/>
                    <a:pt x="19217" y="86145"/>
                  </a:cubicBezTo>
                  <a:cubicBezTo>
                    <a:pt x="18963" y="89574"/>
                    <a:pt x="16042" y="92241"/>
                    <a:pt x="12486" y="92114"/>
                  </a:cubicBezTo>
                  <a:cubicBezTo>
                    <a:pt x="8930" y="91987"/>
                    <a:pt x="6390" y="88939"/>
                    <a:pt x="6517" y="8538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6746" y="67160"/>
              <a:ext cx="57300" cy="196349"/>
            </a:xfrm>
            <a:custGeom>
              <a:avLst/>
              <a:gdLst/>
              <a:ahLst/>
              <a:cxnLst/>
              <a:rect r="r" b="b" t="t" l="l"/>
              <a:pathLst>
                <a:path h="196349" w="57300">
                  <a:moveTo>
                    <a:pt x="55753" y="10564"/>
                  </a:moveTo>
                  <a:cubicBezTo>
                    <a:pt x="43561" y="24026"/>
                    <a:pt x="40640" y="27582"/>
                    <a:pt x="35433" y="35202"/>
                  </a:cubicBezTo>
                  <a:lnTo>
                    <a:pt x="30226" y="31646"/>
                  </a:lnTo>
                  <a:lnTo>
                    <a:pt x="35687" y="34821"/>
                  </a:lnTo>
                  <a:cubicBezTo>
                    <a:pt x="31242" y="42695"/>
                    <a:pt x="26797" y="51839"/>
                    <a:pt x="23241" y="61618"/>
                  </a:cubicBezTo>
                  <a:lnTo>
                    <a:pt x="17272" y="59459"/>
                  </a:lnTo>
                  <a:lnTo>
                    <a:pt x="23368" y="61237"/>
                  </a:lnTo>
                  <a:cubicBezTo>
                    <a:pt x="20320" y="71905"/>
                    <a:pt x="17399" y="83970"/>
                    <a:pt x="14859" y="97813"/>
                  </a:cubicBezTo>
                  <a:lnTo>
                    <a:pt x="8636" y="96670"/>
                  </a:lnTo>
                  <a:lnTo>
                    <a:pt x="14859" y="97432"/>
                  </a:lnTo>
                  <a:cubicBezTo>
                    <a:pt x="13081" y="112418"/>
                    <a:pt x="12446" y="124483"/>
                    <a:pt x="12446" y="137818"/>
                  </a:cubicBezTo>
                  <a:lnTo>
                    <a:pt x="6096" y="137818"/>
                  </a:lnTo>
                  <a:lnTo>
                    <a:pt x="12446" y="137564"/>
                  </a:lnTo>
                  <a:cubicBezTo>
                    <a:pt x="12827" y="147724"/>
                    <a:pt x="14097" y="161313"/>
                    <a:pt x="16002" y="172489"/>
                  </a:cubicBezTo>
                  <a:lnTo>
                    <a:pt x="9779" y="173505"/>
                  </a:lnTo>
                  <a:lnTo>
                    <a:pt x="16002" y="172235"/>
                  </a:lnTo>
                  <a:lnTo>
                    <a:pt x="19304" y="188872"/>
                  </a:lnTo>
                  <a:cubicBezTo>
                    <a:pt x="19939" y="192301"/>
                    <a:pt x="17780" y="195603"/>
                    <a:pt x="14351" y="196238"/>
                  </a:cubicBezTo>
                  <a:cubicBezTo>
                    <a:pt x="10922" y="196873"/>
                    <a:pt x="7620" y="194714"/>
                    <a:pt x="6985" y="191285"/>
                  </a:cubicBezTo>
                  <a:lnTo>
                    <a:pt x="3683" y="174648"/>
                  </a:lnTo>
                  <a:cubicBezTo>
                    <a:pt x="3683" y="174521"/>
                    <a:pt x="3683" y="174521"/>
                    <a:pt x="3683" y="174394"/>
                  </a:cubicBezTo>
                  <a:cubicBezTo>
                    <a:pt x="1778" y="162710"/>
                    <a:pt x="381" y="148613"/>
                    <a:pt x="0" y="137818"/>
                  </a:cubicBezTo>
                  <a:cubicBezTo>
                    <a:pt x="0" y="137691"/>
                    <a:pt x="0" y="137691"/>
                    <a:pt x="0" y="137564"/>
                  </a:cubicBezTo>
                  <a:cubicBezTo>
                    <a:pt x="0" y="123848"/>
                    <a:pt x="635" y="111275"/>
                    <a:pt x="2540" y="95781"/>
                  </a:cubicBezTo>
                  <a:cubicBezTo>
                    <a:pt x="2540" y="95654"/>
                    <a:pt x="2540" y="95527"/>
                    <a:pt x="2540" y="95400"/>
                  </a:cubicBezTo>
                  <a:cubicBezTo>
                    <a:pt x="5080" y="81049"/>
                    <a:pt x="8255" y="68603"/>
                    <a:pt x="11303" y="57554"/>
                  </a:cubicBezTo>
                  <a:cubicBezTo>
                    <a:pt x="11303" y="57427"/>
                    <a:pt x="11430" y="57173"/>
                    <a:pt x="11430" y="57046"/>
                  </a:cubicBezTo>
                  <a:cubicBezTo>
                    <a:pt x="15240" y="46759"/>
                    <a:pt x="19939" y="36853"/>
                    <a:pt x="24765" y="28344"/>
                  </a:cubicBezTo>
                  <a:cubicBezTo>
                    <a:pt x="24892" y="28217"/>
                    <a:pt x="24892" y="28090"/>
                    <a:pt x="25019" y="27836"/>
                  </a:cubicBezTo>
                  <a:cubicBezTo>
                    <a:pt x="30734" y="19581"/>
                    <a:pt x="34036" y="15644"/>
                    <a:pt x="46355" y="2055"/>
                  </a:cubicBezTo>
                  <a:cubicBezTo>
                    <a:pt x="48641" y="-485"/>
                    <a:pt x="52705" y="-739"/>
                    <a:pt x="55245" y="1674"/>
                  </a:cubicBezTo>
                  <a:cubicBezTo>
                    <a:pt x="57785" y="4087"/>
                    <a:pt x="58039" y="8024"/>
                    <a:pt x="55626" y="1056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14122" y="66929"/>
              <a:ext cx="120904" cy="163047"/>
            </a:xfrm>
            <a:custGeom>
              <a:avLst/>
              <a:gdLst/>
              <a:ahLst/>
              <a:cxnLst/>
              <a:rect r="r" b="b" t="t" l="l"/>
              <a:pathLst>
                <a:path h="163047" w="120904">
                  <a:moveTo>
                    <a:pt x="6604" y="254"/>
                  </a:moveTo>
                  <a:cubicBezTo>
                    <a:pt x="15748" y="508"/>
                    <a:pt x="22987" y="2286"/>
                    <a:pt x="28829" y="4191"/>
                  </a:cubicBezTo>
                  <a:cubicBezTo>
                    <a:pt x="28956" y="4191"/>
                    <a:pt x="28956" y="4191"/>
                    <a:pt x="29083" y="4318"/>
                  </a:cubicBezTo>
                  <a:cubicBezTo>
                    <a:pt x="35941" y="6858"/>
                    <a:pt x="42926" y="9779"/>
                    <a:pt x="49403" y="12954"/>
                  </a:cubicBezTo>
                  <a:cubicBezTo>
                    <a:pt x="49530" y="12954"/>
                    <a:pt x="49657" y="13081"/>
                    <a:pt x="49784" y="13081"/>
                  </a:cubicBezTo>
                  <a:cubicBezTo>
                    <a:pt x="56642" y="17018"/>
                    <a:pt x="62230" y="20701"/>
                    <a:pt x="68072" y="24892"/>
                  </a:cubicBezTo>
                  <a:cubicBezTo>
                    <a:pt x="68199" y="25019"/>
                    <a:pt x="68199" y="25019"/>
                    <a:pt x="68326" y="25146"/>
                  </a:cubicBezTo>
                  <a:cubicBezTo>
                    <a:pt x="74041" y="29718"/>
                    <a:pt x="79121" y="34290"/>
                    <a:pt x="83693" y="38735"/>
                  </a:cubicBezTo>
                  <a:cubicBezTo>
                    <a:pt x="83820" y="38862"/>
                    <a:pt x="83820" y="38862"/>
                    <a:pt x="83947" y="38989"/>
                  </a:cubicBezTo>
                  <a:cubicBezTo>
                    <a:pt x="88392" y="43942"/>
                    <a:pt x="92583" y="49149"/>
                    <a:pt x="96774" y="54737"/>
                  </a:cubicBezTo>
                  <a:cubicBezTo>
                    <a:pt x="96774" y="54864"/>
                    <a:pt x="96901" y="54864"/>
                    <a:pt x="96901" y="54991"/>
                  </a:cubicBezTo>
                  <a:cubicBezTo>
                    <a:pt x="100584" y="60579"/>
                    <a:pt x="102616" y="64135"/>
                    <a:pt x="106426" y="70993"/>
                  </a:cubicBezTo>
                  <a:cubicBezTo>
                    <a:pt x="106553" y="71120"/>
                    <a:pt x="106553" y="71247"/>
                    <a:pt x="106680" y="71374"/>
                  </a:cubicBezTo>
                  <a:cubicBezTo>
                    <a:pt x="109855" y="78232"/>
                    <a:pt x="112268" y="84328"/>
                    <a:pt x="114935" y="91821"/>
                  </a:cubicBezTo>
                  <a:cubicBezTo>
                    <a:pt x="114935" y="91948"/>
                    <a:pt x="115062" y="92075"/>
                    <a:pt x="115062" y="92075"/>
                  </a:cubicBezTo>
                  <a:cubicBezTo>
                    <a:pt x="116967" y="98425"/>
                    <a:pt x="118491" y="105410"/>
                    <a:pt x="119761" y="112522"/>
                  </a:cubicBezTo>
                  <a:cubicBezTo>
                    <a:pt x="119761" y="112649"/>
                    <a:pt x="119761" y="112776"/>
                    <a:pt x="119761" y="112903"/>
                  </a:cubicBezTo>
                  <a:cubicBezTo>
                    <a:pt x="120523" y="119253"/>
                    <a:pt x="120904" y="123825"/>
                    <a:pt x="120904" y="131953"/>
                  </a:cubicBezTo>
                  <a:cubicBezTo>
                    <a:pt x="120904" y="132080"/>
                    <a:pt x="120904" y="132207"/>
                    <a:pt x="120904" y="132207"/>
                  </a:cubicBezTo>
                  <a:cubicBezTo>
                    <a:pt x="120523" y="143002"/>
                    <a:pt x="119634" y="151130"/>
                    <a:pt x="118364" y="157861"/>
                  </a:cubicBezTo>
                  <a:cubicBezTo>
                    <a:pt x="117729" y="161290"/>
                    <a:pt x="114427" y="163576"/>
                    <a:pt x="110998" y="162941"/>
                  </a:cubicBezTo>
                  <a:cubicBezTo>
                    <a:pt x="107569" y="162306"/>
                    <a:pt x="105283" y="159004"/>
                    <a:pt x="105918" y="155575"/>
                  </a:cubicBezTo>
                  <a:cubicBezTo>
                    <a:pt x="106934" y="149479"/>
                    <a:pt x="107823" y="141859"/>
                    <a:pt x="108204" y="131699"/>
                  </a:cubicBezTo>
                  <a:lnTo>
                    <a:pt x="114554" y="131953"/>
                  </a:lnTo>
                  <a:lnTo>
                    <a:pt x="108204" y="132080"/>
                  </a:lnTo>
                  <a:cubicBezTo>
                    <a:pt x="108077" y="124333"/>
                    <a:pt x="107823" y="120269"/>
                    <a:pt x="107061" y="114300"/>
                  </a:cubicBezTo>
                  <a:lnTo>
                    <a:pt x="113284" y="113538"/>
                  </a:lnTo>
                  <a:lnTo>
                    <a:pt x="107061" y="114681"/>
                  </a:lnTo>
                  <a:cubicBezTo>
                    <a:pt x="105918" y="107950"/>
                    <a:pt x="104394" y="101473"/>
                    <a:pt x="102616" y="95631"/>
                  </a:cubicBezTo>
                  <a:lnTo>
                    <a:pt x="108712" y="93853"/>
                  </a:lnTo>
                  <a:lnTo>
                    <a:pt x="102743" y="95885"/>
                  </a:lnTo>
                  <a:cubicBezTo>
                    <a:pt x="100203" y="88646"/>
                    <a:pt x="97917" y="83058"/>
                    <a:pt x="94996" y="76581"/>
                  </a:cubicBezTo>
                  <a:lnTo>
                    <a:pt x="100711" y="73914"/>
                  </a:lnTo>
                  <a:lnTo>
                    <a:pt x="95123" y="76962"/>
                  </a:lnTo>
                  <a:cubicBezTo>
                    <a:pt x="91313" y="70104"/>
                    <a:pt x="89535" y="66929"/>
                    <a:pt x="86106" y="61849"/>
                  </a:cubicBezTo>
                  <a:lnTo>
                    <a:pt x="91313" y="58293"/>
                  </a:lnTo>
                  <a:lnTo>
                    <a:pt x="86233" y="61976"/>
                  </a:lnTo>
                  <a:cubicBezTo>
                    <a:pt x="82296" y="56642"/>
                    <a:pt x="78359" y="51816"/>
                    <a:pt x="74168" y="47117"/>
                  </a:cubicBezTo>
                  <a:lnTo>
                    <a:pt x="78867" y="42926"/>
                  </a:lnTo>
                  <a:lnTo>
                    <a:pt x="74422" y="47371"/>
                  </a:lnTo>
                  <a:cubicBezTo>
                    <a:pt x="70231" y="43307"/>
                    <a:pt x="65405" y="38989"/>
                    <a:pt x="60071" y="34671"/>
                  </a:cubicBezTo>
                  <a:lnTo>
                    <a:pt x="64008" y="29718"/>
                  </a:lnTo>
                  <a:lnTo>
                    <a:pt x="60325" y="34798"/>
                  </a:lnTo>
                  <a:cubicBezTo>
                    <a:pt x="54864" y="30861"/>
                    <a:pt x="49657" y="27432"/>
                    <a:pt x="43180" y="23749"/>
                  </a:cubicBezTo>
                  <a:lnTo>
                    <a:pt x="46355" y="18288"/>
                  </a:lnTo>
                  <a:lnTo>
                    <a:pt x="43561" y="24003"/>
                  </a:lnTo>
                  <a:cubicBezTo>
                    <a:pt x="37592" y="21082"/>
                    <a:pt x="31115" y="18288"/>
                    <a:pt x="24638" y="15875"/>
                  </a:cubicBezTo>
                  <a:lnTo>
                    <a:pt x="26797" y="9906"/>
                  </a:lnTo>
                  <a:lnTo>
                    <a:pt x="24892" y="16002"/>
                  </a:lnTo>
                  <a:cubicBezTo>
                    <a:pt x="19558" y="14351"/>
                    <a:pt x="13716" y="12827"/>
                    <a:pt x="6223" y="12700"/>
                  </a:cubicBezTo>
                  <a:cubicBezTo>
                    <a:pt x="2794" y="12573"/>
                    <a:pt x="0" y="9779"/>
                    <a:pt x="0" y="6223"/>
                  </a:cubicBezTo>
                  <a:cubicBezTo>
                    <a:pt x="0" y="2667"/>
                    <a:pt x="2921" y="0"/>
                    <a:pt x="6477" y="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92405" y="268351"/>
              <a:ext cx="12700" cy="65913"/>
            </a:xfrm>
            <a:custGeom>
              <a:avLst/>
              <a:gdLst/>
              <a:ahLst/>
              <a:cxnLst/>
              <a:rect r="r" b="b" t="t" l="l"/>
              <a:pathLst>
                <a:path h="65913" w="12700">
                  <a:moveTo>
                    <a:pt x="12700" y="6350"/>
                  </a:moveTo>
                  <a:lnTo>
                    <a:pt x="12700" y="59563"/>
                  </a:lnTo>
                  <a:cubicBezTo>
                    <a:pt x="12700" y="62992"/>
                    <a:pt x="9906" y="65913"/>
                    <a:pt x="6350" y="65913"/>
                  </a:cubicBezTo>
                  <a:cubicBezTo>
                    <a:pt x="2794" y="65913"/>
                    <a:pt x="0" y="63119"/>
                    <a:pt x="0" y="59563"/>
                  </a:cubicBezTo>
                  <a:lnTo>
                    <a:pt x="0" y="6350"/>
                  </a:lnTo>
                  <a:cubicBezTo>
                    <a:pt x="0" y="2921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77089" y="250571"/>
              <a:ext cx="126619" cy="12827"/>
            </a:xfrm>
            <a:custGeom>
              <a:avLst/>
              <a:gdLst/>
              <a:ahLst/>
              <a:cxnLst/>
              <a:rect r="r" b="b" t="t" l="l"/>
              <a:pathLst>
                <a:path h="12827" w="126619">
                  <a:moveTo>
                    <a:pt x="120269" y="12827"/>
                  </a:moveTo>
                  <a:lnTo>
                    <a:pt x="6350" y="12700"/>
                  </a:lnTo>
                  <a:cubicBezTo>
                    <a:pt x="2921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lnTo>
                    <a:pt x="120269" y="127"/>
                  </a:lnTo>
                  <a:cubicBezTo>
                    <a:pt x="123698" y="127"/>
                    <a:pt x="126619" y="2921"/>
                    <a:pt x="126619" y="6477"/>
                  </a:cubicBezTo>
                  <a:cubicBezTo>
                    <a:pt x="126619" y="10033"/>
                    <a:pt x="123825" y="12827"/>
                    <a:pt x="120269" y="1282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3303" y="249635"/>
              <a:ext cx="13175" cy="13810"/>
            </a:xfrm>
            <a:custGeom>
              <a:avLst/>
              <a:gdLst/>
              <a:ahLst/>
              <a:cxnLst/>
              <a:rect r="r" b="b" t="t" l="l"/>
              <a:pathLst>
                <a:path h="13810" w="13175">
                  <a:moveTo>
                    <a:pt x="936" y="9699"/>
                  </a:moveTo>
                  <a:lnTo>
                    <a:pt x="428" y="8556"/>
                  </a:lnTo>
                  <a:cubicBezTo>
                    <a:pt x="-842" y="5254"/>
                    <a:pt x="809" y="1698"/>
                    <a:pt x="4111" y="428"/>
                  </a:cubicBezTo>
                  <a:cubicBezTo>
                    <a:pt x="7413" y="-842"/>
                    <a:pt x="10969" y="809"/>
                    <a:pt x="12239" y="4111"/>
                  </a:cubicBezTo>
                  <a:lnTo>
                    <a:pt x="12747" y="5254"/>
                  </a:lnTo>
                  <a:cubicBezTo>
                    <a:pt x="14017" y="8556"/>
                    <a:pt x="12366" y="12112"/>
                    <a:pt x="9064" y="13382"/>
                  </a:cubicBezTo>
                  <a:cubicBezTo>
                    <a:pt x="5762" y="14652"/>
                    <a:pt x="2206" y="13001"/>
                    <a:pt x="936" y="969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34366" y="131572"/>
              <a:ext cx="185293" cy="12700"/>
            </a:xfrm>
            <a:custGeom>
              <a:avLst/>
              <a:gdLst/>
              <a:ahLst/>
              <a:cxnLst/>
              <a:rect r="r" b="b" t="t" l="l"/>
              <a:pathLst>
                <a:path h="12700" w="185293">
                  <a:moveTo>
                    <a:pt x="178943" y="12700"/>
                  </a:moveTo>
                  <a:lnTo>
                    <a:pt x="6350" y="12700"/>
                  </a:lnTo>
                  <a:cubicBezTo>
                    <a:pt x="2921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lnTo>
                    <a:pt x="178943" y="0"/>
                  </a:lnTo>
                  <a:cubicBezTo>
                    <a:pt x="182372" y="0"/>
                    <a:pt x="185293" y="2794"/>
                    <a:pt x="185293" y="6350"/>
                  </a:cubicBezTo>
                  <a:cubicBezTo>
                    <a:pt x="185293" y="9906"/>
                    <a:pt x="182499" y="12700"/>
                    <a:pt x="178943" y="1270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92532" y="63754"/>
              <a:ext cx="12700" cy="196977"/>
            </a:xfrm>
            <a:custGeom>
              <a:avLst/>
              <a:gdLst/>
              <a:ahLst/>
              <a:cxnLst/>
              <a:rect r="r" b="b" t="t" l="l"/>
              <a:pathLst>
                <a:path h="196977" w="12700">
                  <a:moveTo>
                    <a:pt x="0" y="190627"/>
                  </a:moveTo>
                  <a:lnTo>
                    <a:pt x="0" y="6350"/>
                  </a:lnTo>
                  <a:cubicBezTo>
                    <a:pt x="0" y="2921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lnTo>
                    <a:pt x="12700" y="190627"/>
                  </a:lnTo>
                  <a:cubicBezTo>
                    <a:pt x="12700" y="194056"/>
                    <a:pt x="9906" y="196977"/>
                    <a:pt x="6350" y="196977"/>
                  </a:cubicBezTo>
                  <a:cubicBezTo>
                    <a:pt x="2794" y="196977"/>
                    <a:pt x="0" y="194183"/>
                    <a:pt x="0" y="19062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33620" y="131715"/>
              <a:ext cx="13435" cy="13054"/>
            </a:xfrm>
            <a:custGeom>
              <a:avLst/>
              <a:gdLst/>
              <a:ahLst/>
              <a:cxnLst/>
              <a:rect r="r" b="b" t="t" l="l"/>
              <a:pathLst>
                <a:path h="13054" w="13435">
                  <a:moveTo>
                    <a:pt x="7477" y="111"/>
                  </a:moveTo>
                  <a:cubicBezTo>
                    <a:pt x="8747" y="365"/>
                    <a:pt x="10017" y="873"/>
                    <a:pt x="11033" y="1762"/>
                  </a:cubicBezTo>
                  <a:cubicBezTo>
                    <a:pt x="13827" y="3921"/>
                    <a:pt x="14208" y="7858"/>
                    <a:pt x="12049" y="10652"/>
                  </a:cubicBezTo>
                  <a:cubicBezTo>
                    <a:pt x="9890" y="13446"/>
                    <a:pt x="5953" y="13827"/>
                    <a:pt x="3159" y="11668"/>
                  </a:cubicBezTo>
                  <a:cubicBezTo>
                    <a:pt x="3667" y="12049"/>
                    <a:pt x="4302" y="12430"/>
                    <a:pt x="5064" y="12557"/>
                  </a:cubicBezTo>
                  <a:cubicBezTo>
                    <a:pt x="1635" y="11922"/>
                    <a:pt x="-524" y="8493"/>
                    <a:pt x="111" y="5064"/>
                  </a:cubicBezTo>
                  <a:cubicBezTo>
                    <a:pt x="746" y="1635"/>
                    <a:pt x="4175" y="-524"/>
                    <a:pt x="7604" y="11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79121" y="131572"/>
              <a:ext cx="66929" cy="12700"/>
            </a:xfrm>
            <a:custGeom>
              <a:avLst/>
              <a:gdLst/>
              <a:ahLst/>
              <a:cxnLst/>
              <a:rect r="r" b="b" t="t" l="l"/>
              <a:pathLst>
                <a:path h="12700" w="66929">
                  <a:moveTo>
                    <a:pt x="60579" y="12700"/>
                  </a:moveTo>
                  <a:lnTo>
                    <a:pt x="6350" y="12700"/>
                  </a:lnTo>
                  <a:cubicBezTo>
                    <a:pt x="2921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lnTo>
                    <a:pt x="60579" y="0"/>
                  </a:lnTo>
                  <a:cubicBezTo>
                    <a:pt x="64008" y="0"/>
                    <a:pt x="66929" y="2794"/>
                    <a:pt x="66929" y="6350"/>
                  </a:cubicBezTo>
                  <a:cubicBezTo>
                    <a:pt x="66929" y="9906"/>
                    <a:pt x="64135" y="12700"/>
                    <a:pt x="60579" y="1270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12186" y="66644"/>
              <a:ext cx="51873" cy="78289"/>
            </a:xfrm>
            <a:custGeom>
              <a:avLst/>
              <a:gdLst/>
              <a:ahLst/>
              <a:cxnLst/>
              <a:rect r="r" b="b" t="t" l="l"/>
              <a:pathLst>
                <a:path h="78289" w="51873">
                  <a:moveTo>
                    <a:pt x="39401" y="73310"/>
                  </a:moveTo>
                  <a:cubicBezTo>
                    <a:pt x="33813" y="48418"/>
                    <a:pt x="21494" y="27717"/>
                    <a:pt x="2190" y="11080"/>
                  </a:cubicBezTo>
                  <a:cubicBezTo>
                    <a:pt x="-477" y="8794"/>
                    <a:pt x="-731" y="4857"/>
                    <a:pt x="1555" y="2190"/>
                  </a:cubicBezTo>
                  <a:cubicBezTo>
                    <a:pt x="3841" y="-477"/>
                    <a:pt x="7778" y="-731"/>
                    <a:pt x="10445" y="1555"/>
                  </a:cubicBezTo>
                  <a:cubicBezTo>
                    <a:pt x="31781" y="19970"/>
                    <a:pt x="45624" y="43084"/>
                    <a:pt x="51720" y="70643"/>
                  </a:cubicBezTo>
                  <a:cubicBezTo>
                    <a:pt x="52482" y="74072"/>
                    <a:pt x="50323" y="77374"/>
                    <a:pt x="46894" y="78136"/>
                  </a:cubicBezTo>
                  <a:cubicBezTo>
                    <a:pt x="43465" y="78898"/>
                    <a:pt x="40163" y="76739"/>
                    <a:pt x="39401" y="7331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69895" y="63527"/>
              <a:ext cx="57020" cy="16844"/>
            </a:xfrm>
            <a:custGeom>
              <a:avLst/>
              <a:gdLst/>
              <a:ahLst/>
              <a:cxnLst/>
              <a:rect r="r" b="b" t="t" l="l"/>
              <a:pathLst>
                <a:path h="16844" w="57020">
                  <a:moveTo>
                    <a:pt x="48672" y="15975"/>
                  </a:moveTo>
                  <a:cubicBezTo>
                    <a:pt x="35210" y="11403"/>
                    <a:pt x="21875" y="11530"/>
                    <a:pt x="8540" y="16483"/>
                  </a:cubicBezTo>
                  <a:cubicBezTo>
                    <a:pt x="5238" y="17626"/>
                    <a:pt x="1682" y="15975"/>
                    <a:pt x="412" y="12673"/>
                  </a:cubicBezTo>
                  <a:cubicBezTo>
                    <a:pt x="-858" y="9371"/>
                    <a:pt x="920" y="5815"/>
                    <a:pt x="4222" y="4545"/>
                  </a:cubicBezTo>
                  <a:cubicBezTo>
                    <a:pt x="20224" y="-1297"/>
                    <a:pt x="36480" y="-1551"/>
                    <a:pt x="52736" y="4037"/>
                  </a:cubicBezTo>
                  <a:cubicBezTo>
                    <a:pt x="56038" y="5180"/>
                    <a:pt x="57816" y="8736"/>
                    <a:pt x="56673" y="12038"/>
                  </a:cubicBezTo>
                  <a:cubicBezTo>
                    <a:pt x="55530" y="15340"/>
                    <a:pt x="51974" y="17118"/>
                    <a:pt x="48672" y="1597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33370" y="131592"/>
              <a:ext cx="12787" cy="12660"/>
            </a:xfrm>
            <a:custGeom>
              <a:avLst/>
              <a:gdLst/>
              <a:ahLst/>
              <a:cxnLst/>
              <a:rect r="r" b="b" t="t" l="l"/>
              <a:pathLst>
                <a:path h="12660" w="12787">
                  <a:moveTo>
                    <a:pt x="4298" y="12299"/>
                  </a:moveTo>
                  <a:lnTo>
                    <a:pt x="4171" y="12299"/>
                  </a:lnTo>
                  <a:cubicBezTo>
                    <a:pt x="869" y="11156"/>
                    <a:pt x="-782" y="7473"/>
                    <a:pt x="361" y="4171"/>
                  </a:cubicBezTo>
                  <a:cubicBezTo>
                    <a:pt x="1504" y="869"/>
                    <a:pt x="5187" y="-782"/>
                    <a:pt x="8489" y="361"/>
                  </a:cubicBezTo>
                  <a:lnTo>
                    <a:pt x="8616" y="361"/>
                  </a:lnTo>
                  <a:cubicBezTo>
                    <a:pt x="11918" y="1504"/>
                    <a:pt x="13569" y="5187"/>
                    <a:pt x="12426" y="8489"/>
                  </a:cubicBezTo>
                  <a:cubicBezTo>
                    <a:pt x="11283" y="11791"/>
                    <a:pt x="7600" y="13442"/>
                    <a:pt x="4298" y="1229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07481" y="227658"/>
              <a:ext cx="89461" cy="43188"/>
            </a:xfrm>
            <a:custGeom>
              <a:avLst/>
              <a:gdLst/>
              <a:ahLst/>
              <a:cxnLst/>
              <a:rect r="r" b="b" t="t" l="l"/>
              <a:pathLst>
                <a:path h="43188" w="89461">
                  <a:moveTo>
                    <a:pt x="1688" y="32565"/>
                  </a:moveTo>
                  <a:cubicBezTo>
                    <a:pt x="12356" y="21516"/>
                    <a:pt x="24802" y="13007"/>
                    <a:pt x="39026" y="7419"/>
                  </a:cubicBezTo>
                  <a:cubicBezTo>
                    <a:pt x="39026" y="7419"/>
                    <a:pt x="39026" y="7419"/>
                    <a:pt x="39026" y="7419"/>
                  </a:cubicBezTo>
                  <a:cubicBezTo>
                    <a:pt x="53250" y="1704"/>
                    <a:pt x="68109" y="-709"/>
                    <a:pt x="83476" y="180"/>
                  </a:cubicBezTo>
                  <a:cubicBezTo>
                    <a:pt x="86905" y="307"/>
                    <a:pt x="89699" y="3355"/>
                    <a:pt x="89445" y="6784"/>
                  </a:cubicBezTo>
                  <a:cubicBezTo>
                    <a:pt x="89191" y="10213"/>
                    <a:pt x="86270" y="13007"/>
                    <a:pt x="82841" y="12753"/>
                  </a:cubicBezTo>
                  <a:cubicBezTo>
                    <a:pt x="69379" y="11991"/>
                    <a:pt x="56298" y="14150"/>
                    <a:pt x="43725" y="19103"/>
                  </a:cubicBezTo>
                  <a:lnTo>
                    <a:pt x="41439" y="13261"/>
                  </a:lnTo>
                  <a:lnTo>
                    <a:pt x="43725" y="19103"/>
                  </a:lnTo>
                  <a:cubicBezTo>
                    <a:pt x="31152" y="24056"/>
                    <a:pt x="20230" y="31422"/>
                    <a:pt x="10832" y="41201"/>
                  </a:cubicBezTo>
                  <a:cubicBezTo>
                    <a:pt x="8419" y="43741"/>
                    <a:pt x="4355" y="43868"/>
                    <a:pt x="1942" y="41455"/>
                  </a:cubicBezTo>
                  <a:cubicBezTo>
                    <a:pt x="-471" y="39042"/>
                    <a:pt x="-725" y="34978"/>
                    <a:pt x="1688" y="3256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28884" y="259334"/>
              <a:ext cx="113270" cy="34052"/>
            </a:xfrm>
            <a:custGeom>
              <a:avLst/>
              <a:gdLst/>
              <a:ahLst/>
              <a:cxnLst/>
              <a:rect r="r" b="b" t="t" l="l"/>
              <a:pathLst>
                <a:path h="34052" w="113270">
                  <a:moveTo>
                    <a:pt x="1621" y="23368"/>
                  </a:moveTo>
                  <a:cubicBezTo>
                    <a:pt x="5177" y="19685"/>
                    <a:pt x="9114" y="16383"/>
                    <a:pt x="13305" y="13462"/>
                  </a:cubicBezTo>
                  <a:cubicBezTo>
                    <a:pt x="13305" y="13462"/>
                    <a:pt x="13305" y="13462"/>
                    <a:pt x="13305" y="13462"/>
                  </a:cubicBezTo>
                  <a:cubicBezTo>
                    <a:pt x="17496" y="10541"/>
                    <a:pt x="22068" y="8128"/>
                    <a:pt x="26767" y="6096"/>
                  </a:cubicBezTo>
                  <a:lnTo>
                    <a:pt x="29180" y="11938"/>
                  </a:lnTo>
                  <a:lnTo>
                    <a:pt x="26767" y="6096"/>
                  </a:lnTo>
                  <a:cubicBezTo>
                    <a:pt x="31466" y="4064"/>
                    <a:pt x="36419" y="2540"/>
                    <a:pt x="41372" y="1524"/>
                  </a:cubicBezTo>
                  <a:lnTo>
                    <a:pt x="42642" y="7747"/>
                  </a:lnTo>
                  <a:lnTo>
                    <a:pt x="41372" y="1524"/>
                  </a:lnTo>
                  <a:cubicBezTo>
                    <a:pt x="46452" y="508"/>
                    <a:pt x="51532" y="0"/>
                    <a:pt x="56612" y="0"/>
                  </a:cubicBezTo>
                  <a:cubicBezTo>
                    <a:pt x="56612" y="0"/>
                    <a:pt x="56612" y="0"/>
                    <a:pt x="56612" y="0"/>
                  </a:cubicBezTo>
                  <a:cubicBezTo>
                    <a:pt x="61692" y="0"/>
                    <a:pt x="66772" y="508"/>
                    <a:pt x="71852" y="1524"/>
                  </a:cubicBezTo>
                  <a:lnTo>
                    <a:pt x="70582" y="7747"/>
                  </a:lnTo>
                  <a:lnTo>
                    <a:pt x="71852" y="1524"/>
                  </a:lnTo>
                  <a:cubicBezTo>
                    <a:pt x="76805" y="2540"/>
                    <a:pt x="81758" y="4064"/>
                    <a:pt x="86457" y="6096"/>
                  </a:cubicBezTo>
                  <a:lnTo>
                    <a:pt x="83917" y="11938"/>
                  </a:lnTo>
                  <a:lnTo>
                    <a:pt x="86330" y="6096"/>
                  </a:lnTo>
                  <a:cubicBezTo>
                    <a:pt x="91029" y="8128"/>
                    <a:pt x="95474" y="10541"/>
                    <a:pt x="99792" y="13462"/>
                  </a:cubicBezTo>
                  <a:lnTo>
                    <a:pt x="96236" y="18669"/>
                  </a:lnTo>
                  <a:lnTo>
                    <a:pt x="99792" y="13462"/>
                  </a:lnTo>
                  <a:cubicBezTo>
                    <a:pt x="103983" y="16383"/>
                    <a:pt x="107920" y="19685"/>
                    <a:pt x="111476" y="23368"/>
                  </a:cubicBezTo>
                  <a:cubicBezTo>
                    <a:pt x="113889" y="25908"/>
                    <a:pt x="113889" y="29845"/>
                    <a:pt x="111349" y="32258"/>
                  </a:cubicBezTo>
                  <a:cubicBezTo>
                    <a:pt x="108809" y="34671"/>
                    <a:pt x="104872" y="34671"/>
                    <a:pt x="102459" y="32131"/>
                  </a:cubicBezTo>
                  <a:cubicBezTo>
                    <a:pt x="99411" y="29083"/>
                    <a:pt x="96236" y="26289"/>
                    <a:pt x="92680" y="23876"/>
                  </a:cubicBezTo>
                  <a:cubicBezTo>
                    <a:pt x="92680" y="23876"/>
                    <a:pt x="92680" y="23876"/>
                    <a:pt x="92680" y="23876"/>
                  </a:cubicBezTo>
                  <a:cubicBezTo>
                    <a:pt x="89124" y="21463"/>
                    <a:pt x="85441" y="19431"/>
                    <a:pt x="81504" y="17653"/>
                  </a:cubicBezTo>
                  <a:cubicBezTo>
                    <a:pt x="81504" y="17653"/>
                    <a:pt x="81504" y="17653"/>
                    <a:pt x="81504" y="17653"/>
                  </a:cubicBezTo>
                  <a:cubicBezTo>
                    <a:pt x="77567" y="16002"/>
                    <a:pt x="73503" y="14732"/>
                    <a:pt x="69312" y="13843"/>
                  </a:cubicBezTo>
                  <a:cubicBezTo>
                    <a:pt x="69312" y="13843"/>
                    <a:pt x="69312" y="13843"/>
                    <a:pt x="69312" y="13843"/>
                  </a:cubicBezTo>
                  <a:cubicBezTo>
                    <a:pt x="65121" y="12954"/>
                    <a:pt x="60930" y="12573"/>
                    <a:pt x="56612" y="12573"/>
                  </a:cubicBezTo>
                  <a:lnTo>
                    <a:pt x="56612" y="6223"/>
                  </a:lnTo>
                  <a:lnTo>
                    <a:pt x="56612" y="12573"/>
                  </a:lnTo>
                  <a:cubicBezTo>
                    <a:pt x="52294" y="12573"/>
                    <a:pt x="48103" y="12954"/>
                    <a:pt x="43912" y="13843"/>
                  </a:cubicBezTo>
                  <a:cubicBezTo>
                    <a:pt x="43912" y="13843"/>
                    <a:pt x="43912" y="13843"/>
                    <a:pt x="43912" y="13843"/>
                  </a:cubicBezTo>
                  <a:cubicBezTo>
                    <a:pt x="39721" y="14732"/>
                    <a:pt x="35657" y="16002"/>
                    <a:pt x="31720" y="17653"/>
                  </a:cubicBezTo>
                  <a:cubicBezTo>
                    <a:pt x="31720" y="17653"/>
                    <a:pt x="31720" y="17653"/>
                    <a:pt x="31720" y="17653"/>
                  </a:cubicBezTo>
                  <a:cubicBezTo>
                    <a:pt x="27783" y="19304"/>
                    <a:pt x="24100" y="21336"/>
                    <a:pt x="20544" y="23749"/>
                  </a:cubicBezTo>
                  <a:lnTo>
                    <a:pt x="16988" y="18542"/>
                  </a:lnTo>
                  <a:lnTo>
                    <a:pt x="20544" y="23749"/>
                  </a:lnTo>
                  <a:cubicBezTo>
                    <a:pt x="16988" y="26162"/>
                    <a:pt x="13686" y="28956"/>
                    <a:pt x="10765" y="32004"/>
                  </a:cubicBezTo>
                  <a:cubicBezTo>
                    <a:pt x="8352" y="34544"/>
                    <a:pt x="4288" y="34544"/>
                    <a:pt x="1875" y="32131"/>
                  </a:cubicBezTo>
                  <a:cubicBezTo>
                    <a:pt x="-538" y="29718"/>
                    <a:pt x="-665" y="25654"/>
                    <a:pt x="1748" y="2324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61747" y="317119"/>
              <a:ext cx="46990" cy="46990"/>
            </a:xfrm>
            <a:custGeom>
              <a:avLst/>
              <a:gdLst/>
              <a:ahLst/>
              <a:cxnLst/>
              <a:rect r="r" b="b" t="t" l="l"/>
              <a:pathLst>
                <a:path h="46990" w="46990">
                  <a:moveTo>
                    <a:pt x="46990" y="23495"/>
                  </a:moveTo>
                  <a:cubicBezTo>
                    <a:pt x="46990" y="26670"/>
                    <a:pt x="46355" y="29591"/>
                    <a:pt x="45212" y="32512"/>
                  </a:cubicBezTo>
                  <a:cubicBezTo>
                    <a:pt x="45212" y="32512"/>
                    <a:pt x="45212" y="32512"/>
                    <a:pt x="45212" y="32512"/>
                  </a:cubicBezTo>
                  <a:cubicBezTo>
                    <a:pt x="44069" y="35433"/>
                    <a:pt x="42291" y="37973"/>
                    <a:pt x="40132" y="40132"/>
                  </a:cubicBezTo>
                  <a:cubicBezTo>
                    <a:pt x="40132" y="40132"/>
                    <a:pt x="40132" y="40132"/>
                    <a:pt x="40132" y="40132"/>
                  </a:cubicBezTo>
                  <a:cubicBezTo>
                    <a:pt x="37973" y="42291"/>
                    <a:pt x="35433" y="44069"/>
                    <a:pt x="32512" y="45212"/>
                  </a:cubicBezTo>
                  <a:lnTo>
                    <a:pt x="30099" y="39370"/>
                  </a:lnTo>
                  <a:lnTo>
                    <a:pt x="32512" y="45212"/>
                  </a:lnTo>
                  <a:cubicBezTo>
                    <a:pt x="29591" y="46355"/>
                    <a:pt x="26670" y="46990"/>
                    <a:pt x="23495" y="46990"/>
                  </a:cubicBezTo>
                  <a:lnTo>
                    <a:pt x="23495" y="40640"/>
                  </a:lnTo>
                  <a:lnTo>
                    <a:pt x="23495" y="46990"/>
                  </a:lnTo>
                  <a:cubicBezTo>
                    <a:pt x="20447" y="46990"/>
                    <a:pt x="17399" y="46355"/>
                    <a:pt x="14478" y="45212"/>
                  </a:cubicBezTo>
                  <a:lnTo>
                    <a:pt x="16891" y="39370"/>
                  </a:lnTo>
                  <a:lnTo>
                    <a:pt x="14478" y="45212"/>
                  </a:lnTo>
                  <a:cubicBezTo>
                    <a:pt x="11557" y="44069"/>
                    <a:pt x="9017" y="42291"/>
                    <a:pt x="6858" y="40132"/>
                  </a:cubicBezTo>
                  <a:lnTo>
                    <a:pt x="11303" y="35687"/>
                  </a:lnTo>
                  <a:lnTo>
                    <a:pt x="6858" y="40132"/>
                  </a:lnTo>
                  <a:cubicBezTo>
                    <a:pt x="4699" y="37973"/>
                    <a:pt x="2921" y="35433"/>
                    <a:pt x="1778" y="32512"/>
                  </a:cubicBezTo>
                  <a:lnTo>
                    <a:pt x="7620" y="30099"/>
                  </a:lnTo>
                  <a:lnTo>
                    <a:pt x="1778" y="32512"/>
                  </a:lnTo>
                  <a:cubicBezTo>
                    <a:pt x="635" y="29591"/>
                    <a:pt x="0" y="26670"/>
                    <a:pt x="0" y="23495"/>
                  </a:cubicBezTo>
                  <a:lnTo>
                    <a:pt x="6350" y="23495"/>
                  </a:lnTo>
                  <a:lnTo>
                    <a:pt x="0" y="23495"/>
                  </a:lnTo>
                  <a:cubicBezTo>
                    <a:pt x="0" y="20447"/>
                    <a:pt x="635" y="17399"/>
                    <a:pt x="1778" y="14478"/>
                  </a:cubicBezTo>
                  <a:lnTo>
                    <a:pt x="7620" y="16891"/>
                  </a:lnTo>
                  <a:lnTo>
                    <a:pt x="1778" y="14478"/>
                  </a:lnTo>
                  <a:cubicBezTo>
                    <a:pt x="2921" y="11557"/>
                    <a:pt x="4699" y="9017"/>
                    <a:pt x="6858" y="6858"/>
                  </a:cubicBezTo>
                  <a:lnTo>
                    <a:pt x="11303" y="11303"/>
                  </a:lnTo>
                  <a:lnTo>
                    <a:pt x="6858" y="6858"/>
                  </a:lnTo>
                  <a:cubicBezTo>
                    <a:pt x="9017" y="4699"/>
                    <a:pt x="11557" y="2921"/>
                    <a:pt x="14478" y="1778"/>
                  </a:cubicBezTo>
                  <a:cubicBezTo>
                    <a:pt x="14478" y="1778"/>
                    <a:pt x="14478" y="1778"/>
                    <a:pt x="14478" y="1778"/>
                  </a:cubicBezTo>
                  <a:cubicBezTo>
                    <a:pt x="17399" y="635"/>
                    <a:pt x="20320" y="0"/>
                    <a:pt x="23495" y="0"/>
                  </a:cubicBezTo>
                  <a:lnTo>
                    <a:pt x="23495" y="6350"/>
                  </a:lnTo>
                  <a:lnTo>
                    <a:pt x="23495" y="0"/>
                  </a:lnTo>
                  <a:cubicBezTo>
                    <a:pt x="26543" y="0"/>
                    <a:pt x="29591" y="635"/>
                    <a:pt x="32512" y="1778"/>
                  </a:cubicBezTo>
                  <a:cubicBezTo>
                    <a:pt x="32512" y="1778"/>
                    <a:pt x="32512" y="1778"/>
                    <a:pt x="32512" y="1778"/>
                  </a:cubicBezTo>
                  <a:cubicBezTo>
                    <a:pt x="35306" y="2921"/>
                    <a:pt x="37846" y="4699"/>
                    <a:pt x="40132" y="6858"/>
                  </a:cubicBezTo>
                  <a:cubicBezTo>
                    <a:pt x="40132" y="6858"/>
                    <a:pt x="40132" y="6858"/>
                    <a:pt x="40132" y="6858"/>
                  </a:cubicBezTo>
                  <a:cubicBezTo>
                    <a:pt x="42291" y="9017"/>
                    <a:pt x="44069" y="11557"/>
                    <a:pt x="45212" y="14478"/>
                  </a:cubicBezTo>
                  <a:lnTo>
                    <a:pt x="39370" y="16891"/>
                  </a:lnTo>
                  <a:lnTo>
                    <a:pt x="45212" y="14478"/>
                  </a:lnTo>
                  <a:cubicBezTo>
                    <a:pt x="46355" y="17272"/>
                    <a:pt x="46990" y="20320"/>
                    <a:pt x="46990" y="23495"/>
                  </a:cubicBezTo>
                  <a:lnTo>
                    <a:pt x="40640" y="23495"/>
                  </a:lnTo>
                  <a:lnTo>
                    <a:pt x="46990" y="23495"/>
                  </a:lnTo>
                  <a:moveTo>
                    <a:pt x="34290" y="23495"/>
                  </a:moveTo>
                  <a:cubicBezTo>
                    <a:pt x="34290" y="22098"/>
                    <a:pt x="34036" y="20701"/>
                    <a:pt x="33401" y="19304"/>
                  </a:cubicBezTo>
                  <a:cubicBezTo>
                    <a:pt x="33401" y="19304"/>
                    <a:pt x="33401" y="19304"/>
                    <a:pt x="33401" y="19304"/>
                  </a:cubicBezTo>
                  <a:cubicBezTo>
                    <a:pt x="32893" y="18034"/>
                    <a:pt x="32131" y="16891"/>
                    <a:pt x="31115" y="15875"/>
                  </a:cubicBezTo>
                  <a:lnTo>
                    <a:pt x="35560" y="11430"/>
                  </a:lnTo>
                  <a:lnTo>
                    <a:pt x="31115" y="15875"/>
                  </a:lnTo>
                  <a:cubicBezTo>
                    <a:pt x="30099" y="14859"/>
                    <a:pt x="28956" y="14097"/>
                    <a:pt x="27559" y="13462"/>
                  </a:cubicBezTo>
                  <a:lnTo>
                    <a:pt x="29972" y="7620"/>
                  </a:lnTo>
                  <a:lnTo>
                    <a:pt x="27559" y="13462"/>
                  </a:lnTo>
                  <a:cubicBezTo>
                    <a:pt x="26162" y="12954"/>
                    <a:pt x="24892" y="12700"/>
                    <a:pt x="23368" y="12700"/>
                  </a:cubicBezTo>
                  <a:cubicBezTo>
                    <a:pt x="21844" y="12700"/>
                    <a:pt x="20574" y="12954"/>
                    <a:pt x="19177" y="13462"/>
                  </a:cubicBezTo>
                  <a:lnTo>
                    <a:pt x="16764" y="7620"/>
                  </a:lnTo>
                  <a:lnTo>
                    <a:pt x="19177" y="13462"/>
                  </a:lnTo>
                  <a:cubicBezTo>
                    <a:pt x="17780" y="13970"/>
                    <a:pt x="16637" y="14859"/>
                    <a:pt x="15621" y="15748"/>
                  </a:cubicBezTo>
                  <a:cubicBezTo>
                    <a:pt x="15621" y="15748"/>
                    <a:pt x="15621" y="15748"/>
                    <a:pt x="15621" y="15748"/>
                  </a:cubicBezTo>
                  <a:cubicBezTo>
                    <a:pt x="14605" y="16764"/>
                    <a:pt x="13843" y="17907"/>
                    <a:pt x="13335" y="19177"/>
                  </a:cubicBezTo>
                  <a:cubicBezTo>
                    <a:pt x="13335" y="19177"/>
                    <a:pt x="13335" y="19177"/>
                    <a:pt x="13335" y="19177"/>
                  </a:cubicBezTo>
                  <a:cubicBezTo>
                    <a:pt x="12827" y="20447"/>
                    <a:pt x="12573" y="21844"/>
                    <a:pt x="12573" y="23241"/>
                  </a:cubicBezTo>
                  <a:cubicBezTo>
                    <a:pt x="12573" y="24638"/>
                    <a:pt x="12827" y="26035"/>
                    <a:pt x="13335" y="27432"/>
                  </a:cubicBezTo>
                  <a:cubicBezTo>
                    <a:pt x="13335" y="27432"/>
                    <a:pt x="13335" y="27432"/>
                    <a:pt x="13335" y="27432"/>
                  </a:cubicBezTo>
                  <a:cubicBezTo>
                    <a:pt x="13843" y="28702"/>
                    <a:pt x="14605" y="29845"/>
                    <a:pt x="15621" y="30988"/>
                  </a:cubicBezTo>
                  <a:cubicBezTo>
                    <a:pt x="15621" y="30988"/>
                    <a:pt x="15621" y="30988"/>
                    <a:pt x="15621" y="30988"/>
                  </a:cubicBezTo>
                  <a:cubicBezTo>
                    <a:pt x="16637" y="32004"/>
                    <a:pt x="17780" y="32766"/>
                    <a:pt x="19050" y="33274"/>
                  </a:cubicBezTo>
                  <a:cubicBezTo>
                    <a:pt x="19050" y="33274"/>
                    <a:pt x="19050" y="33274"/>
                    <a:pt x="19050" y="33274"/>
                  </a:cubicBezTo>
                  <a:cubicBezTo>
                    <a:pt x="20320" y="33782"/>
                    <a:pt x="21717" y="34036"/>
                    <a:pt x="23241" y="34036"/>
                  </a:cubicBezTo>
                  <a:cubicBezTo>
                    <a:pt x="24765" y="34036"/>
                    <a:pt x="26035" y="33782"/>
                    <a:pt x="27432" y="33274"/>
                  </a:cubicBezTo>
                  <a:cubicBezTo>
                    <a:pt x="27432" y="33274"/>
                    <a:pt x="27432" y="33274"/>
                    <a:pt x="27432" y="33274"/>
                  </a:cubicBezTo>
                  <a:cubicBezTo>
                    <a:pt x="28702" y="32766"/>
                    <a:pt x="29845" y="32004"/>
                    <a:pt x="30988" y="30861"/>
                  </a:cubicBezTo>
                  <a:lnTo>
                    <a:pt x="35433" y="35306"/>
                  </a:lnTo>
                  <a:lnTo>
                    <a:pt x="30988" y="30861"/>
                  </a:lnTo>
                  <a:cubicBezTo>
                    <a:pt x="32004" y="29845"/>
                    <a:pt x="32766" y="28702"/>
                    <a:pt x="33401" y="27305"/>
                  </a:cubicBezTo>
                  <a:lnTo>
                    <a:pt x="39243" y="29718"/>
                  </a:lnTo>
                  <a:lnTo>
                    <a:pt x="33401" y="27305"/>
                  </a:lnTo>
                  <a:cubicBezTo>
                    <a:pt x="33909" y="25908"/>
                    <a:pt x="34290" y="24511"/>
                    <a:pt x="34290" y="2311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49269" y="289551"/>
              <a:ext cx="72819" cy="25425"/>
            </a:xfrm>
            <a:custGeom>
              <a:avLst/>
              <a:gdLst/>
              <a:ahLst/>
              <a:cxnLst/>
              <a:rect r="r" b="b" t="t" l="l"/>
              <a:pathLst>
                <a:path h="25425" w="72819">
                  <a:moveTo>
                    <a:pt x="1810" y="14106"/>
                  </a:moveTo>
                  <a:cubicBezTo>
                    <a:pt x="6382" y="9534"/>
                    <a:pt x="11716" y="5978"/>
                    <a:pt x="17812" y="3565"/>
                  </a:cubicBezTo>
                  <a:lnTo>
                    <a:pt x="20225" y="9407"/>
                  </a:lnTo>
                  <a:lnTo>
                    <a:pt x="17812" y="3565"/>
                  </a:lnTo>
                  <a:cubicBezTo>
                    <a:pt x="23781" y="1152"/>
                    <a:pt x="30131" y="-118"/>
                    <a:pt x="36608" y="9"/>
                  </a:cubicBezTo>
                  <a:cubicBezTo>
                    <a:pt x="36608" y="9"/>
                    <a:pt x="36608" y="9"/>
                    <a:pt x="36608" y="9"/>
                  </a:cubicBezTo>
                  <a:cubicBezTo>
                    <a:pt x="43085" y="9"/>
                    <a:pt x="49308" y="1406"/>
                    <a:pt x="55277" y="3946"/>
                  </a:cubicBezTo>
                  <a:lnTo>
                    <a:pt x="52737" y="9788"/>
                  </a:lnTo>
                  <a:lnTo>
                    <a:pt x="55277" y="3946"/>
                  </a:lnTo>
                  <a:cubicBezTo>
                    <a:pt x="61246" y="6486"/>
                    <a:pt x="66580" y="10169"/>
                    <a:pt x="71025" y="14741"/>
                  </a:cubicBezTo>
                  <a:cubicBezTo>
                    <a:pt x="73438" y="17281"/>
                    <a:pt x="73438" y="21218"/>
                    <a:pt x="70898" y="23631"/>
                  </a:cubicBezTo>
                  <a:cubicBezTo>
                    <a:pt x="68358" y="26044"/>
                    <a:pt x="64421" y="26044"/>
                    <a:pt x="62008" y="23504"/>
                  </a:cubicBezTo>
                  <a:cubicBezTo>
                    <a:pt x="58579" y="20075"/>
                    <a:pt x="54769" y="17408"/>
                    <a:pt x="50324" y="15503"/>
                  </a:cubicBezTo>
                  <a:cubicBezTo>
                    <a:pt x="50324" y="15503"/>
                    <a:pt x="50324" y="15503"/>
                    <a:pt x="50324" y="15503"/>
                  </a:cubicBezTo>
                  <a:cubicBezTo>
                    <a:pt x="45879" y="13598"/>
                    <a:pt x="41307" y="12582"/>
                    <a:pt x="36481" y="12582"/>
                  </a:cubicBezTo>
                  <a:lnTo>
                    <a:pt x="36481" y="6232"/>
                  </a:lnTo>
                  <a:lnTo>
                    <a:pt x="36481" y="12582"/>
                  </a:lnTo>
                  <a:cubicBezTo>
                    <a:pt x="31655" y="12582"/>
                    <a:pt x="27083" y="13471"/>
                    <a:pt x="22511" y="15249"/>
                  </a:cubicBezTo>
                  <a:cubicBezTo>
                    <a:pt x="22511" y="15249"/>
                    <a:pt x="22511" y="15249"/>
                    <a:pt x="22511" y="15249"/>
                  </a:cubicBezTo>
                  <a:cubicBezTo>
                    <a:pt x="18066" y="17027"/>
                    <a:pt x="14129" y="19694"/>
                    <a:pt x="10700" y="22996"/>
                  </a:cubicBezTo>
                  <a:cubicBezTo>
                    <a:pt x="8160" y="25409"/>
                    <a:pt x="4223" y="25409"/>
                    <a:pt x="1810" y="22996"/>
                  </a:cubicBezTo>
                  <a:cubicBezTo>
                    <a:pt x="-603" y="20583"/>
                    <a:pt x="-603" y="16519"/>
                    <a:pt x="1810" y="1410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84271" y="227891"/>
              <a:ext cx="48931" cy="21738"/>
            </a:xfrm>
            <a:custGeom>
              <a:avLst/>
              <a:gdLst/>
              <a:ahLst/>
              <a:cxnLst/>
              <a:rect r="r" b="b" t="t" l="l"/>
              <a:pathLst>
                <a:path h="21738" w="48931">
                  <a:moveTo>
                    <a:pt x="7829" y="201"/>
                  </a:moveTo>
                  <a:lnTo>
                    <a:pt x="44151" y="9345"/>
                  </a:lnTo>
                  <a:cubicBezTo>
                    <a:pt x="47580" y="10234"/>
                    <a:pt x="49612" y="13663"/>
                    <a:pt x="48723" y="16965"/>
                  </a:cubicBezTo>
                  <a:cubicBezTo>
                    <a:pt x="47834" y="20267"/>
                    <a:pt x="44405" y="22426"/>
                    <a:pt x="41103" y="21537"/>
                  </a:cubicBezTo>
                  <a:lnTo>
                    <a:pt x="4781" y="12393"/>
                  </a:lnTo>
                  <a:cubicBezTo>
                    <a:pt x="1352" y="11504"/>
                    <a:pt x="-680" y="8075"/>
                    <a:pt x="209" y="4773"/>
                  </a:cubicBezTo>
                  <a:cubicBezTo>
                    <a:pt x="1098" y="1471"/>
                    <a:pt x="4527" y="-688"/>
                    <a:pt x="7829" y="20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20642" y="236949"/>
              <a:ext cx="43229" cy="34085"/>
            </a:xfrm>
            <a:custGeom>
              <a:avLst/>
              <a:gdLst/>
              <a:ahLst/>
              <a:cxnLst/>
              <a:rect r="r" b="b" t="t" l="l"/>
              <a:pathLst>
                <a:path h="34085" w="43229">
                  <a:moveTo>
                    <a:pt x="8923" y="668"/>
                  </a:moveTo>
                  <a:cubicBezTo>
                    <a:pt x="21115" y="6256"/>
                    <a:pt x="32037" y="13749"/>
                    <a:pt x="41435" y="23401"/>
                  </a:cubicBezTo>
                  <a:cubicBezTo>
                    <a:pt x="43848" y="25941"/>
                    <a:pt x="43848" y="29878"/>
                    <a:pt x="41308" y="32291"/>
                  </a:cubicBezTo>
                  <a:cubicBezTo>
                    <a:pt x="38768" y="34704"/>
                    <a:pt x="34831" y="34704"/>
                    <a:pt x="32418" y="32164"/>
                  </a:cubicBezTo>
                  <a:cubicBezTo>
                    <a:pt x="24163" y="23655"/>
                    <a:pt x="14511" y="16924"/>
                    <a:pt x="3716" y="12098"/>
                  </a:cubicBezTo>
                  <a:cubicBezTo>
                    <a:pt x="541" y="10701"/>
                    <a:pt x="-856" y="6891"/>
                    <a:pt x="541" y="3716"/>
                  </a:cubicBezTo>
                  <a:cubicBezTo>
                    <a:pt x="1938" y="541"/>
                    <a:pt x="5748" y="-856"/>
                    <a:pt x="8923" y="54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4859665" y="3435325"/>
            <a:ext cx="379247" cy="427587"/>
            <a:chOff x="0" y="0"/>
            <a:chExt cx="379247" cy="4275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47515" y="212082"/>
              <a:ext cx="29201" cy="30598"/>
            </a:xfrm>
            <a:custGeom>
              <a:avLst/>
              <a:gdLst/>
              <a:ahLst/>
              <a:cxnLst/>
              <a:rect r="r" b="b" t="t" l="l"/>
              <a:pathLst>
                <a:path h="30598" w="29201">
                  <a:moveTo>
                    <a:pt x="17153" y="27059"/>
                  </a:moveTo>
                  <a:cubicBezTo>
                    <a:pt x="13978" y="20455"/>
                    <a:pt x="12708" y="18550"/>
                    <a:pt x="11565" y="17280"/>
                  </a:cubicBezTo>
                  <a:lnTo>
                    <a:pt x="16518" y="13216"/>
                  </a:lnTo>
                  <a:lnTo>
                    <a:pt x="12073" y="17788"/>
                  </a:lnTo>
                  <a:cubicBezTo>
                    <a:pt x="10549" y="16391"/>
                    <a:pt x="8517" y="14740"/>
                    <a:pt x="6231" y="13343"/>
                  </a:cubicBezTo>
                  <a:lnTo>
                    <a:pt x="9533" y="7882"/>
                  </a:lnTo>
                  <a:lnTo>
                    <a:pt x="6739" y="13597"/>
                  </a:lnTo>
                  <a:lnTo>
                    <a:pt x="3564" y="12073"/>
                  </a:lnTo>
                  <a:cubicBezTo>
                    <a:pt x="389" y="10549"/>
                    <a:pt x="-881" y="6739"/>
                    <a:pt x="643" y="3564"/>
                  </a:cubicBezTo>
                  <a:cubicBezTo>
                    <a:pt x="2167" y="389"/>
                    <a:pt x="5977" y="-881"/>
                    <a:pt x="9152" y="643"/>
                  </a:cubicBezTo>
                  <a:lnTo>
                    <a:pt x="12327" y="2167"/>
                  </a:lnTo>
                  <a:cubicBezTo>
                    <a:pt x="12454" y="2294"/>
                    <a:pt x="12708" y="2294"/>
                    <a:pt x="12835" y="2421"/>
                  </a:cubicBezTo>
                  <a:cubicBezTo>
                    <a:pt x="15756" y="4199"/>
                    <a:pt x="18677" y="6358"/>
                    <a:pt x="20836" y="8517"/>
                  </a:cubicBezTo>
                  <a:cubicBezTo>
                    <a:pt x="20963" y="8644"/>
                    <a:pt x="21217" y="8898"/>
                    <a:pt x="21344" y="9025"/>
                  </a:cubicBezTo>
                  <a:cubicBezTo>
                    <a:pt x="23376" y="11565"/>
                    <a:pt x="25281" y="14486"/>
                    <a:pt x="28583" y="21471"/>
                  </a:cubicBezTo>
                  <a:cubicBezTo>
                    <a:pt x="30107" y="24646"/>
                    <a:pt x="28710" y="28456"/>
                    <a:pt x="25535" y="29980"/>
                  </a:cubicBezTo>
                  <a:cubicBezTo>
                    <a:pt x="22360" y="31504"/>
                    <a:pt x="18550" y="30107"/>
                    <a:pt x="17026" y="2693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00152" y="194913"/>
              <a:ext cx="19711" cy="13266"/>
            </a:xfrm>
            <a:custGeom>
              <a:avLst/>
              <a:gdLst/>
              <a:ahLst/>
              <a:cxnLst/>
              <a:rect r="r" b="b" t="t" l="l"/>
              <a:pathLst>
                <a:path h="13266" w="19711">
                  <a:moveTo>
                    <a:pt x="11938" y="12986"/>
                  </a:moveTo>
                  <a:cubicBezTo>
                    <a:pt x="11049" y="12859"/>
                    <a:pt x="9398" y="12605"/>
                    <a:pt x="6477" y="12732"/>
                  </a:cubicBezTo>
                  <a:cubicBezTo>
                    <a:pt x="2921" y="12859"/>
                    <a:pt x="0" y="10065"/>
                    <a:pt x="0" y="6509"/>
                  </a:cubicBezTo>
                  <a:cubicBezTo>
                    <a:pt x="0" y="2953"/>
                    <a:pt x="2667" y="32"/>
                    <a:pt x="6223" y="32"/>
                  </a:cubicBezTo>
                  <a:cubicBezTo>
                    <a:pt x="9525" y="-95"/>
                    <a:pt x="12446" y="159"/>
                    <a:pt x="14732" y="667"/>
                  </a:cubicBezTo>
                  <a:cubicBezTo>
                    <a:pt x="18161" y="1429"/>
                    <a:pt x="20320" y="4858"/>
                    <a:pt x="19558" y="8287"/>
                  </a:cubicBezTo>
                  <a:cubicBezTo>
                    <a:pt x="18796" y="11716"/>
                    <a:pt x="15367" y="13875"/>
                    <a:pt x="11938" y="1311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36695" y="297401"/>
              <a:ext cx="70675" cy="54673"/>
            </a:xfrm>
            <a:custGeom>
              <a:avLst/>
              <a:gdLst/>
              <a:ahLst/>
              <a:cxnLst/>
              <a:rect r="r" b="b" t="t" l="l"/>
              <a:pathLst>
                <a:path h="54673" w="70675">
                  <a:moveTo>
                    <a:pt x="12479" y="3716"/>
                  </a:moveTo>
                  <a:cubicBezTo>
                    <a:pt x="24671" y="30894"/>
                    <a:pt x="25941" y="33180"/>
                    <a:pt x="27211" y="35212"/>
                  </a:cubicBezTo>
                  <a:lnTo>
                    <a:pt x="21877" y="38641"/>
                  </a:lnTo>
                  <a:lnTo>
                    <a:pt x="26830" y="34577"/>
                  </a:lnTo>
                  <a:cubicBezTo>
                    <a:pt x="29243" y="37498"/>
                    <a:pt x="32164" y="39911"/>
                    <a:pt x="35339" y="41562"/>
                  </a:cubicBezTo>
                  <a:lnTo>
                    <a:pt x="32418" y="47277"/>
                  </a:lnTo>
                  <a:lnTo>
                    <a:pt x="33942" y="41054"/>
                  </a:lnTo>
                  <a:cubicBezTo>
                    <a:pt x="37498" y="41943"/>
                    <a:pt x="39276" y="42070"/>
                    <a:pt x="41562" y="41943"/>
                  </a:cubicBezTo>
                  <a:lnTo>
                    <a:pt x="41816" y="48293"/>
                  </a:lnTo>
                  <a:lnTo>
                    <a:pt x="40546" y="42070"/>
                  </a:lnTo>
                  <a:cubicBezTo>
                    <a:pt x="42705" y="41689"/>
                    <a:pt x="44229" y="41181"/>
                    <a:pt x="47277" y="39403"/>
                  </a:cubicBezTo>
                  <a:lnTo>
                    <a:pt x="50325" y="44991"/>
                  </a:lnTo>
                  <a:lnTo>
                    <a:pt x="46007" y="40292"/>
                  </a:lnTo>
                  <a:cubicBezTo>
                    <a:pt x="49055" y="37498"/>
                    <a:pt x="50833" y="34958"/>
                    <a:pt x="52738" y="31021"/>
                  </a:cubicBezTo>
                  <a:lnTo>
                    <a:pt x="58453" y="33815"/>
                  </a:lnTo>
                  <a:lnTo>
                    <a:pt x="52357" y="31910"/>
                  </a:lnTo>
                  <a:lnTo>
                    <a:pt x="58199" y="12860"/>
                  </a:lnTo>
                  <a:cubicBezTo>
                    <a:pt x="59215" y="9431"/>
                    <a:pt x="62771" y="7653"/>
                    <a:pt x="66200" y="8669"/>
                  </a:cubicBezTo>
                  <a:cubicBezTo>
                    <a:pt x="69629" y="9685"/>
                    <a:pt x="71407" y="13241"/>
                    <a:pt x="70391" y="16670"/>
                  </a:cubicBezTo>
                  <a:lnTo>
                    <a:pt x="64549" y="35720"/>
                  </a:lnTo>
                  <a:cubicBezTo>
                    <a:pt x="64422" y="35974"/>
                    <a:pt x="64295" y="36355"/>
                    <a:pt x="64168" y="36609"/>
                  </a:cubicBezTo>
                  <a:cubicBezTo>
                    <a:pt x="61628" y="41816"/>
                    <a:pt x="58961" y="45626"/>
                    <a:pt x="54643" y="49690"/>
                  </a:cubicBezTo>
                  <a:cubicBezTo>
                    <a:pt x="54262" y="50071"/>
                    <a:pt x="53881" y="50325"/>
                    <a:pt x="53373" y="50579"/>
                  </a:cubicBezTo>
                  <a:cubicBezTo>
                    <a:pt x="49182" y="52865"/>
                    <a:pt x="46515" y="53881"/>
                    <a:pt x="42832" y="54516"/>
                  </a:cubicBezTo>
                  <a:cubicBezTo>
                    <a:pt x="42578" y="54516"/>
                    <a:pt x="42197" y="54643"/>
                    <a:pt x="41943" y="54643"/>
                  </a:cubicBezTo>
                  <a:cubicBezTo>
                    <a:pt x="38260" y="54770"/>
                    <a:pt x="35085" y="54516"/>
                    <a:pt x="30640" y="53373"/>
                  </a:cubicBezTo>
                  <a:cubicBezTo>
                    <a:pt x="30132" y="53246"/>
                    <a:pt x="29751" y="53119"/>
                    <a:pt x="29243" y="52865"/>
                  </a:cubicBezTo>
                  <a:cubicBezTo>
                    <a:pt x="24290" y="50325"/>
                    <a:pt x="20099" y="46769"/>
                    <a:pt x="16670" y="42705"/>
                  </a:cubicBezTo>
                  <a:cubicBezTo>
                    <a:pt x="16543" y="42451"/>
                    <a:pt x="16289" y="42324"/>
                    <a:pt x="16162" y="42070"/>
                  </a:cubicBezTo>
                  <a:cubicBezTo>
                    <a:pt x="14257" y="39022"/>
                    <a:pt x="12479" y="35466"/>
                    <a:pt x="541" y="8923"/>
                  </a:cubicBezTo>
                  <a:cubicBezTo>
                    <a:pt x="-856" y="5748"/>
                    <a:pt x="541" y="1938"/>
                    <a:pt x="3716" y="541"/>
                  </a:cubicBezTo>
                  <a:cubicBezTo>
                    <a:pt x="6891" y="-856"/>
                    <a:pt x="10701" y="541"/>
                    <a:pt x="12098" y="371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211041"/>
              <a:ext cx="38387" cy="57818"/>
            </a:xfrm>
            <a:custGeom>
              <a:avLst/>
              <a:gdLst/>
              <a:ahLst/>
              <a:cxnLst/>
              <a:rect r="r" b="b" t="t" l="l"/>
              <a:pathLst>
                <a:path h="57818" w="38387">
                  <a:moveTo>
                    <a:pt x="34925" y="12098"/>
                  </a:moveTo>
                  <a:cubicBezTo>
                    <a:pt x="28448" y="15019"/>
                    <a:pt x="23622" y="18321"/>
                    <a:pt x="21590" y="19972"/>
                  </a:cubicBezTo>
                  <a:lnTo>
                    <a:pt x="17399" y="15146"/>
                  </a:lnTo>
                  <a:lnTo>
                    <a:pt x="21971" y="19591"/>
                  </a:lnTo>
                  <a:cubicBezTo>
                    <a:pt x="20193" y="21496"/>
                    <a:pt x="18415" y="23655"/>
                    <a:pt x="16764" y="26322"/>
                  </a:cubicBezTo>
                  <a:lnTo>
                    <a:pt x="11430" y="22893"/>
                  </a:lnTo>
                  <a:lnTo>
                    <a:pt x="17145" y="25814"/>
                  </a:lnTo>
                  <a:cubicBezTo>
                    <a:pt x="15875" y="28227"/>
                    <a:pt x="14732" y="30894"/>
                    <a:pt x="13208" y="37117"/>
                  </a:cubicBezTo>
                  <a:lnTo>
                    <a:pt x="6985" y="35593"/>
                  </a:lnTo>
                  <a:lnTo>
                    <a:pt x="13335" y="36228"/>
                  </a:lnTo>
                  <a:cubicBezTo>
                    <a:pt x="12954" y="39530"/>
                    <a:pt x="12700" y="44610"/>
                    <a:pt x="12700" y="51468"/>
                  </a:cubicBezTo>
                  <a:cubicBezTo>
                    <a:pt x="12700" y="55024"/>
                    <a:pt x="9779" y="57818"/>
                    <a:pt x="6350" y="57818"/>
                  </a:cubicBezTo>
                  <a:cubicBezTo>
                    <a:pt x="2921" y="57818"/>
                    <a:pt x="0" y="54897"/>
                    <a:pt x="0" y="51468"/>
                  </a:cubicBezTo>
                  <a:cubicBezTo>
                    <a:pt x="0" y="44483"/>
                    <a:pt x="254" y="38895"/>
                    <a:pt x="635" y="34958"/>
                  </a:cubicBezTo>
                  <a:cubicBezTo>
                    <a:pt x="635" y="34704"/>
                    <a:pt x="762" y="34323"/>
                    <a:pt x="762" y="34069"/>
                  </a:cubicBezTo>
                  <a:cubicBezTo>
                    <a:pt x="2540" y="27211"/>
                    <a:pt x="3937" y="23528"/>
                    <a:pt x="5715" y="19972"/>
                  </a:cubicBezTo>
                  <a:cubicBezTo>
                    <a:pt x="5842" y="19845"/>
                    <a:pt x="5842" y="19591"/>
                    <a:pt x="5969" y="19464"/>
                  </a:cubicBezTo>
                  <a:cubicBezTo>
                    <a:pt x="8128" y="16162"/>
                    <a:pt x="10287" y="13368"/>
                    <a:pt x="12700" y="10828"/>
                  </a:cubicBezTo>
                  <a:cubicBezTo>
                    <a:pt x="12827" y="10701"/>
                    <a:pt x="12954" y="10574"/>
                    <a:pt x="13081" y="10447"/>
                  </a:cubicBezTo>
                  <a:cubicBezTo>
                    <a:pt x="16256" y="7780"/>
                    <a:pt x="22098" y="3843"/>
                    <a:pt x="29464" y="541"/>
                  </a:cubicBezTo>
                  <a:cubicBezTo>
                    <a:pt x="32639" y="-856"/>
                    <a:pt x="36449" y="541"/>
                    <a:pt x="37846" y="3716"/>
                  </a:cubicBezTo>
                  <a:cubicBezTo>
                    <a:pt x="39243" y="6891"/>
                    <a:pt x="37846" y="10701"/>
                    <a:pt x="34671" y="1209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300843" y="270493"/>
              <a:ext cx="14896" cy="27596"/>
            </a:xfrm>
            <a:custGeom>
              <a:avLst/>
              <a:gdLst/>
              <a:ahLst/>
              <a:cxnLst/>
              <a:rect r="r" b="b" t="t" l="l"/>
              <a:pathLst>
                <a:path h="27596" w="14896">
                  <a:moveTo>
                    <a:pt x="147" y="19956"/>
                  </a:moveTo>
                  <a:cubicBezTo>
                    <a:pt x="1163" y="15257"/>
                    <a:pt x="1798" y="10558"/>
                    <a:pt x="2179" y="5859"/>
                  </a:cubicBezTo>
                  <a:cubicBezTo>
                    <a:pt x="2433" y="2303"/>
                    <a:pt x="5481" y="-237"/>
                    <a:pt x="9037" y="17"/>
                  </a:cubicBezTo>
                  <a:cubicBezTo>
                    <a:pt x="12593" y="271"/>
                    <a:pt x="15133" y="3319"/>
                    <a:pt x="14879" y="6875"/>
                  </a:cubicBezTo>
                  <a:cubicBezTo>
                    <a:pt x="14498" y="12082"/>
                    <a:pt x="13736" y="17289"/>
                    <a:pt x="12593" y="22496"/>
                  </a:cubicBezTo>
                  <a:cubicBezTo>
                    <a:pt x="11958" y="25925"/>
                    <a:pt x="8529" y="28211"/>
                    <a:pt x="5100" y="27449"/>
                  </a:cubicBezTo>
                  <a:cubicBezTo>
                    <a:pt x="1671" y="26687"/>
                    <a:pt x="-615" y="23385"/>
                    <a:pt x="147" y="1995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64176" y="229077"/>
              <a:ext cx="51550" cy="32432"/>
            </a:xfrm>
            <a:custGeom>
              <a:avLst/>
              <a:gdLst/>
              <a:ahLst/>
              <a:cxnLst/>
              <a:rect r="r" b="b" t="t" l="l"/>
              <a:pathLst>
                <a:path h="32432" w="51550">
                  <a:moveTo>
                    <a:pt x="38846" y="26193"/>
                  </a:moveTo>
                  <a:cubicBezTo>
                    <a:pt x="38719" y="23145"/>
                    <a:pt x="38338" y="20732"/>
                    <a:pt x="37703" y="18700"/>
                  </a:cubicBezTo>
                  <a:lnTo>
                    <a:pt x="43799" y="16922"/>
                  </a:lnTo>
                  <a:lnTo>
                    <a:pt x="37957" y="19462"/>
                  </a:lnTo>
                  <a:cubicBezTo>
                    <a:pt x="37322" y="17938"/>
                    <a:pt x="36306" y="16414"/>
                    <a:pt x="35036" y="15017"/>
                  </a:cubicBezTo>
                  <a:lnTo>
                    <a:pt x="39862" y="10826"/>
                  </a:lnTo>
                  <a:lnTo>
                    <a:pt x="35798" y="15779"/>
                  </a:lnTo>
                  <a:cubicBezTo>
                    <a:pt x="34274" y="14509"/>
                    <a:pt x="32750" y="13620"/>
                    <a:pt x="31353" y="13112"/>
                  </a:cubicBezTo>
                  <a:lnTo>
                    <a:pt x="33639" y="7143"/>
                  </a:lnTo>
                  <a:lnTo>
                    <a:pt x="32115" y="13366"/>
                  </a:lnTo>
                  <a:cubicBezTo>
                    <a:pt x="30591" y="12985"/>
                    <a:pt x="24368" y="12731"/>
                    <a:pt x="12303" y="12731"/>
                  </a:cubicBezTo>
                  <a:lnTo>
                    <a:pt x="12303" y="6381"/>
                  </a:lnTo>
                  <a:lnTo>
                    <a:pt x="13573" y="12604"/>
                  </a:lnTo>
                  <a:lnTo>
                    <a:pt x="7604" y="13874"/>
                  </a:lnTo>
                  <a:cubicBezTo>
                    <a:pt x="4175" y="14636"/>
                    <a:pt x="746" y="12350"/>
                    <a:pt x="111" y="8921"/>
                  </a:cubicBezTo>
                  <a:cubicBezTo>
                    <a:pt x="-524" y="5492"/>
                    <a:pt x="1635" y="2063"/>
                    <a:pt x="5064" y="1428"/>
                  </a:cubicBezTo>
                  <a:lnTo>
                    <a:pt x="11033" y="158"/>
                  </a:lnTo>
                  <a:cubicBezTo>
                    <a:pt x="11414" y="31"/>
                    <a:pt x="11922" y="31"/>
                    <a:pt x="12303" y="31"/>
                  </a:cubicBezTo>
                  <a:cubicBezTo>
                    <a:pt x="23606" y="-96"/>
                    <a:pt x="31734" y="158"/>
                    <a:pt x="35163" y="1047"/>
                  </a:cubicBezTo>
                  <a:cubicBezTo>
                    <a:pt x="35417" y="1174"/>
                    <a:pt x="35671" y="1174"/>
                    <a:pt x="35925" y="1301"/>
                  </a:cubicBezTo>
                  <a:cubicBezTo>
                    <a:pt x="38592" y="2317"/>
                    <a:pt x="41259" y="3841"/>
                    <a:pt x="43799" y="6000"/>
                  </a:cubicBezTo>
                  <a:cubicBezTo>
                    <a:pt x="44053" y="6254"/>
                    <a:pt x="44307" y="6381"/>
                    <a:pt x="44561" y="6635"/>
                  </a:cubicBezTo>
                  <a:cubicBezTo>
                    <a:pt x="46720" y="9048"/>
                    <a:pt x="48371" y="11715"/>
                    <a:pt x="49641" y="14509"/>
                  </a:cubicBezTo>
                  <a:cubicBezTo>
                    <a:pt x="49768" y="14763"/>
                    <a:pt x="49895" y="15017"/>
                    <a:pt x="49895" y="15271"/>
                  </a:cubicBezTo>
                  <a:cubicBezTo>
                    <a:pt x="50784" y="18319"/>
                    <a:pt x="51292" y="21875"/>
                    <a:pt x="51546" y="25685"/>
                  </a:cubicBezTo>
                  <a:cubicBezTo>
                    <a:pt x="51673" y="29241"/>
                    <a:pt x="49006" y="32162"/>
                    <a:pt x="45450" y="32416"/>
                  </a:cubicBezTo>
                  <a:cubicBezTo>
                    <a:pt x="41894" y="32670"/>
                    <a:pt x="38973" y="29876"/>
                    <a:pt x="38719" y="2632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89361" y="194009"/>
              <a:ext cx="57625" cy="29685"/>
            </a:xfrm>
            <a:custGeom>
              <a:avLst/>
              <a:gdLst/>
              <a:ahLst/>
              <a:cxnLst/>
              <a:rect r="r" b="b" t="t" l="l"/>
              <a:pathLst>
                <a:path h="29685" w="57625">
                  <a:moveTo>
                    <a:pt x="53514" y="12366"/>
                  </a:moveTo>
                  <a:lnTo>
                    <a:pt x="8683" y="29257"/>
                  </a:lnTo>
                  <a:cubicBezTo>
                    <a:pt x="5381" y="30527"/>
                    <a:pt x="1698" y="28876"/>
                    <a:pt x="428" y="25574"/>
                  </a:cubicBezTo>
                  <a:cubicBezTo>
                    <a:pt x="-842" y="22272"/>
                    <a:pt x="809" y="18589"/>
                    <a:pt x="4111" y="17319"/>
                  </a:cubicBezTo>
                  <a:lnTo>
                    <a:pt x="48942" y="428"/>
                  </a:lnTo>
                  <a:cubicBezTo>
                    <a:pt x="52244" y="-842"/>
                    <a:pt x="55927" y="809"/>
                    <a:pt x="57197" y="4111"/>
                  </a:cubicBezTo>
                  <a:cubicBezTo>
                    <a:pt x="58467" y="7413"/>
                    <a:pt x="56816" y="11096"/>
                    <a:pt x="53514" y="1236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4256" y="194073"/>
              <a:ext cx="46068" cy="82644"/>
            </a:xfrm>
            <a:custGeom>
              <a:avLst/>
              <a:gdLst/>
              <a:ahLst/>
              <a:cxnLst/>
              <a:rect r="r" b="b" t="t" l="l"/>
              <a:pathLst>
                <a:path h="82644" w="46068">
                  <a:moveTo>
                    <a:pt x="33892" y="78977"/>
                  </a:moveTo>
                  <a:lnTo>
                    <a:pt x="618" y="9127"/>
                  </a:lnTo>
                  <a:cubicBezTo>
                    <a:pt x="-906" y="5952"/>
                    <a:pt x="491" y="2142"/>
                    <a:pt x="3666" y="618"/>
                  </a:cubicBezTo>
                  <a:cubicBezTo>
                    <a:pt x="6841" y="-906"/>
                    <a:pt x="10651" y="491"/>
                    <a:pt x="12175" y="3666"/>
                  </a:cubicBezTo>
                  <a:lnTo>
                    <a:pt x="45449" y="73516"/>
                  </a:lnTo>
                  <a:cubicBezTo>
                    <a:pt x="46973" y="76691"/>
                    <a:pt x="45576" y="80501"/>
                    <a:pt x="42401" y="82025"/>
                  </a:cubicBezTo>
                  <a:cubicBezTo>
                    <a:pt x="39226" y="83549"/>
                    <a:pt x="35416" y="82152"/>
                    <a:pt x="33892" y="7897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67530" y="194835"/>
              <a:ext cx="45306" cy="81882"/>
            </a:xfrm>
            <a:custGeom>
              <a:avLst/>
              <a:gdLst/>
              <a:ahLst/>
              <a:cxnLst/>
              <a:rect r="r" b="b" t="t" l="l"/>
              <a:pathLst>
                <a:path h="81882" w="45306">
                  <a:moveTo>
                    <a:pt x="44687" y="9127"/>
                  </a:moveTo>
                  <a:lnTo>
                    <a:pt x="12175" y="78215"/>
                  </a:lnTo>
                  <a:cubicBezTo>
                    <a:pt x="10651" y="81390"/>
                    <a:pt x="6841" y="82787"/>
                    <a:pt x="3666" y="81263"/>
                  </a:cubicBezTo>
                  <a:cubicBezTo>
                    <a:pt x="491" y="79739"/>
                    <a:pt x="-906" y="75929"/>
                    <a:pt x="618" y="72754"/>
                  </a:cubicBezTo>
                  <a:lnTo>
                    <a:pt x="33130" y="3666"/>
                  </a:lnTo>
                  <a:cubicBezTo>
                    <a:pt x="34654" y="491"/>
                    <a:pt x="38464" y="-906"/>
                    <a:pt x="41639" y="618"/>
                  </a:cubicBezTo>
                  <a:cubicBezTo>
                    <a:pt x="44814" y="2142"/>
                    <a:pt x="46211" y="5952"/>
                    <a:pt x="44687" y="912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2349" y="230452"/>
              <a:ext cx="25039" cy="60398"/>
            </a:xfrm>
            <a:custGeom>
              <a:avLst/>
              <a:gdLst/>
              <a:ahLst/>
              <a:cxnLst/>
              <a:rect r="r" b="b" t="t" l="l"/>
              <a:pathLst>
                <a:path h="60398" w="25039">
                  <a:moveTo>
                    <a:pt x="14605" y="59362"/>
                  </a:moveTo>
                  <a:cubicBezTo>
                    <a:pt x="12319" y="57711"/>
                    <a:pt x="10414" y="55806"/>
                    <a:pt x="8509" y="53647"/>
                  </a:cubicBezTo>
                  <a:lnTo>
                    <a:pt x="13462" y="49583"/>
                  </a:lnTo>
                  <a:lnTo>
                    <a:pt x="8636" y="53647"/>
                  </a:lnTo>
                  <a:cubicBezTo>
                    <a:pt x="6858" y="51488"/>
                    <a:pt x="5334" y="49202"/>
                    <a:pt x="4064" y="46662"/>
                  </a:cubicBezTo>
                  <a:cubicBezTo>
                    <a:pt x="4064" y="46662"/>
                    <a:pt x="4064" y="46662"/>
                    <a:pt x="4064" y="46662"/>
                  </a:cubicBezTo>
                  <a:cubicBezTo>
                    <a:pt x="2794" y="44122"/>
                    <a:pt x="1778" y="41582"/>
                    <a:pt x="1143" y="38915"/>
                  </a:cubicBezTo>
                  <a:cubicBezTo>
                    <a:pt x="1143" y="38915"/>
                    <a:pt x="1143" y="38915"/>
                    <a:pt x="1143" y="38915"/>
                  </a:cubicBezTo>
                  <a:cubicBezTo>
                    <a:pt x="508" y="36248"/>
                    <a:pt x="127" y="33454"/>
                    <a:pt x="0" y="30660"/>
                  </a:cubicBezTo>
                  <a:cubicBezTo>
                    <a:pt x="0" y="30660"/>
                    <a:pt x="0" y="30660"/>
                    <a:pt x="0" y="30660"/>
                  </a:cubicBezTo>
                  <a:cubicBezTo>
                    <a:pt x="0" y="27866"/>
                    <a:pt x="254" y="25072"/>
                    <a:pt x="762" y="22405"/>
                  </a:cubicBezTo>
                  <a:lnTo>
                    <a:pt x="6985" y="23675"/>
                  </a:lnTo>
                  <a:lnTo>
                    <a:pt x="762" y="22405"/>
                  </a:lnTo>
                  <a:cubicBezTo>
                    <a:pt x="1270" y="19738"/>
                    <a:pt x="2159" y="17071"/>
                    <a:pt x="3429" y="14531"/>
                  </a:cubicBezTo>
                  <a:lnTo>
                    <a:pt x="9144" y="17198"/>
                  </a:lnTo>
                  <a:lnTo>
                    <a:pt x="3302" y="14531"/>
                  </a:lnTo>
                  <a:cubicBezTo>
                    <a:pt x="4445" y="11991"/>
                    <a:pt x="5969" y="9578"/>
                    <a:pt x="7620" y="7419"/>
                  </a:cubicBezTo>
                  <a:lnTo>
                    <a:pt x="12700" y="11356"/>
                  </a:lnTo>
                  <a:lnTo>
                    <a:pt x="7620" y="7419"/>
                  </a:lnTo>
                  <a:cubicBezTo>
                    <a:pt x="9398" y="5260"/>
                    <a:pt x="11303" y="3228"/>
                    <a:pt x="13462" y="1450"/>
                  </a:cubicBezTo>
                  <a:cubicBezTo>
                    <a:pt x="16129" y="-836"/>
                    <a:pt x="20193" y="-328"/>
                    <a:pt x="22479" y="2339"/>
                  </a:cubicBezTo>
                  <a:cubicBezTo>
                    <a:pt x="24765" y="5006"/>
                    <a:pt x="24257" y="9070"/>
                    <a:pt x="21590" y="11356"/>
                  </a:cubicBezTo>
                  <a:cubicBezTo>
                    <a:pt x="20193" y="12499"/>
                    <a:pt x="18923" y="13769"/>
                    <a:pt x="17780" y="15166"/>
                  </a:cubicBezTo>
                  <a:cubicBezTo>
                    <a:pt x="17780" y="15166"/>
                    <a:pt x="17780" y="15166"/>
                    <a:pt x="17780" y="15166"/>
                  </a:cubicBezTo>
                  <a:cubicBezTo>
                    <a:pt x="16637" y="16563"/>
                    <a:pt x="15748" y="18214"/>
                    <a:pt x="14986" y="19738"/>
                  </a:cubicBezTo>
                  <a:cubicBezTo>
                    <a:pt x="14986" y="19738"/>
                    <a:pt x="14986" y="19738"/>
                    <a:pt x="14986" y="19738"/>
                  </a:cubicBezTo>
                  <a:cubicBezTo>
                    <a:pt x="14224" y="21389"/>
                    <a:pt x="13716" y="23040"/>
                    <a:pt x="13335" y="24818"/>
                  </a:cubicBezTo>
                  <a:cubicBezTo>
                    <a:pt x="13335" y="24818"/>
                    <a:pt x="13335" y="24818"/>
                    <a:pt x="13335" y="24818"/>
                  </a:cubicBezTo>
                  <a:cubicBezTo>
                    <a:pt x="12954" y="26596"/>
                    <a:pt x="12827" y="28374"/>
                    <a:pt x="12827" y="30279"/>
                  </a:cubicBezTo>
                  <a:lnTo>
                    <a:pt x="6477" y="30406"/>
                  </a:lnTo>
                  <a:lnTo>
                    <a:pt x="12827" y="30279"/>
                  </a:lnTo>
                  <a:cubicBezTo>
                    <a:pt x="12827" y="32057"/>
                    <a:pt x="13081" y="33835"/>
                    <a:pt x="13589" y="35613"/>
                  </a:cubicBezTo>
                  <a:lnTo>
                    <a:pt x="7366" y="37137"/>
                  </a:lnTo>
                  <a:lnTo>
                    <a:pt x="13589" y="35613"/>
                  </a:lnTo>
                  <a:cubicBezTo>
                    <a:pt x="13970" y="37391"/>
                    <a:pt x="14605" y="39042"/>
                    <a:pt x="15494" y="40693"/>
                  </a:cubicBezTo>
                  <a:lnTo>
                    <a:pt x="9779" y="43614"/>
                  </a:lnTo>
                  <a:lnTo>
                    <a:pt x="15494" y="40693"/>
                  </a:lnTo>
                  <a:cubicBezTo>
                    <a:pt x="16383" y="42344"/>
                    <a:pt x="17272" y="43868"/>
                    <a:pt x="18542" y="45265"/>
                  </a:cubicBezTo>
                  <a:cubicBezTo>
                    <a:pt x="18542" y="45265"/>
                    <a:pt x="18542" y="45265"/>
                    <a:pt x="18542" y="45265"/>
                  </a:cubicBezTo>
                  <a:cubicBezTo>
                    <a:pt x="19685" y="46662"/>
                    <a:pt x="20955" y="47932"/>
                    <a:pt x="22479" y="48948"/>
                  </a:cubicBezTo>
                  <a:cubicBezTo>
                    <a:pt x="25273" y="51107"/>
                    <a:pt x="25908" y="55044"/>
                    <a:pt x="23749" y="57838"/>
                  </a:cubicBezTo>
                  <a:cubicBezTo>
                    <a:pt x="21590" y="60632"/>
                    <a:pt x="17653" y="61267"/>
                    <a:pt x="14859" y="5910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64414" y="277876"/>
              <a:ext cx="12954" cy="32385"/>
            </a:xfrm>
            <a:custGeom>
              <a:avLst/>
              <a:gdLst/>
              <a:ahLst/>
              <a:cxnLst/>
              <a:rect r="r" b="b" t="t" l="l"/>
              <a:pathLst>
                <a:path h="32385" w="12954">
                  <a:moveTo>
                    <a:pt x="0" y="25908"/>
                  </a:moveTo>
                  <a:lnTo>
                    <a:pt x="127" y="6350"/>
                  </a:lnTo>
                  <a:cubicBezTo>
                    <a:pt x="127" y="2794"/>
                    <a:pt x="3048" y="0"/>
                    <a:pt x="6604" y="0"/>
                  </a:cubicBezTo>
                  <a:cubicBezTo>
                    <a:pt x="10160" y="0"/>
                    <a:pt x="12954" y="2921"/>
                    <a:pt x="12954" y="6477"/>
                  </a:cubicBezTo>
                  <a:lnTo>
                    <a:pt x="12827" y="26035"/>
                  </a:lnTo>
                  <a:cubicBezTo>
                    <a:pt x="12827" y="29591"/>
                    <a:pt x="9906" y="32385"/>
                    <a:pt x="6350" y="32385"/>
                  </a:cubicBezTo>
                  <a:cubicBezTo>
                    <a:pt x="2794" y="32385"/>
                    <a:pt x="0" y="29464"/>
                    <a:pt x="0" y="2590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64630" y="277965"/>
              <a:ext cx="29032" cy="14427"/>
            </a:xfrm>
            <a:custGeom>
              <a:avLst/>
              <a:gdLst/>
              <a:ahLst/>
              <a:cxnLst/>
              <a:rect r="r" b="b" t="t" l="l"/>
              <a:pathLst>
                <a:path h="14427" w="29032">
                  <a:moveTo>
                    <a:pt x="7023" y="38"/>
                  </a:moveTo>
                  <a:lnTo>
                    <a:pt x="23279" y="1689"/>
                  </a:lnTo>
                  <a:cubicBezTo>
                    <a:pt x="26835" y="2070"/>
                    <a:pt x="29375" y="5118"/>
                    <a:pt x="28994" y="8674"/>
                  </a:cubicBezTo>
                  <a:cubicBezTo>
                    <a:pt x="28613" y="12230"/>
                    <a:pt x="25565" y="14770"/>
                    <a:pt x="22009" y="14389"/>
                  </a:cubicBezTo>
                  <a:lnTo>
                    <a:pt x="5753" y="12738"/>
                  </a:lnTo>
                  <a:cubicBezTo>
                    <a:pt x="2197" y="12357"/>
                    <a:pt x="-343" y="9309"/>
                    <a:pt x="38" y="5753"/>
                  </a:cubicBezTo>
                  <a:cubicBezTo>
                    <a:pt x="419" y="2197"/>
                    <a:pt x="3467" y="-343"/>
                    <a:pt x="7023" y="3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35293" y="286855"/>
              <a:ext cx="13792" cy="22936"/>
            </a:xfrm>
            <a:custGeom>
              <a:avLst/>
              <a:gdLst/>
              <a:ahLst/>
              <a:cxnLst/>
              <a:rect r="r" b="b" t="t" l="l"/>
              <a:pathLst>
                <a:path h="22936" w="13792">
                  <a:moveTo>
                    <a:pt x="12738" y="5753"/>
                  </a:moveTo>
                  <a:lnTo>
                    <a:pt x="13754" y="15913"/>
                  </a:lnTo>
                  <a:cubicBezTo>
                    <a:pt x="14135" y="19469"/>
                    <a:pt x="11595" y="22517"/>
                    <a:pt x="8039" y="22898"/>
                  </a:cubicBezTo>
                  <a:cubicBezTo>
                    <a:pt x="4483" y="23279"/>
                    <a:pt x="1435" y="20739"/>
                    <a:pt x="1054" y="17183"/>
                  </a:cubicBezTo>
                  <a:lnTo>
                    <a:pt x="38" y="7023"/>
                  </a:lnTo>
                  <a:cubicBezTo>
                    <a:pt x="-343" y="3467"/>
                    <a:pt x="2197" y="419"/>
                    <a:pt x="5753" y="38"/>
                  </a:cubicBezTo>
                  <a:cubicBezTo>
                    <a:pt x="9309" y="-343"/>
                    <a:pt x="12357" y="2197"/>
                    <a:pt x="12738" y="575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36330" y="297036"/>
              <a:ext cx="12733" cy="13876"/>
            </a:xfrm>
            <a:custGeom>
              <a:avLst/>
              <a:gdLst/>
              <a:ahLst/>
              <a:cxnLst/>
              <a:rect r="r" b="b" t="t" l="l"/>
              <a:pathLst>
                <a:path h="13876" w="12733">
                  <a:moveTo>
                    <a:pt x="12717" y="6748"/>
                  </a:moveTo>
                  <a:lnTo>
                    <a:pt x="12717" y="7891"/>
                  </a:lnTo>
                  <a:cubicBezTo>
                    <a:pt x="12463" y="11447"/>
                    <a:pt x="9542" y="14114"/>
                    <a:pt x="5986" y="13860"/>
                  </a:cubicBezTo>
                  <a:cubicBezTo>
                    <a:pt x="2430" y="13606"/>
                    <a:pt x="-237" y="10685"/>
                    <a:pt x="17" y="7129"/>
                  </a:cubicBezTo>
                  <a:lnTo>
                    <a:pt x="17" y="5986"/>
                  </a:lnTo>
                  <a:cubicBezTo>
                    <a:pt x="271" y="2430"/>
                    <a:pt x="3192" y="-237"/>
                    <a:pt x="6748" y="17"/>
                  </a:cubicBezTo>
                  <a:cubicBezTo>
                    <a:pt x="10304" y="271"/>
                    <a:pt x="12971" y="3192"/>
                    <a:pt x="12717" y="674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36343" y="298065"/>
              <a:ext cx="13090" cy="12709"/>
            </a:xfrm>
            <a:custGeom>
              <a:avLst/>
              <a:gdLst/>
              <a:ahLst/>
              <a:cxnLst/>
              <a:rect r="r" b="b" t="t" l="l"/>
              <a:pathLst>
                <a:path h="12709" w="13090">
                  <a:moveTo>
                    <a:pt x="6608" y="4"/>
                  </a:moveTo>
                  <a:lnTo>
                    <a:pt x="6989" y="4"/>
                  </a:lnTo>
                  <a:cubicBezTo>
                    <a:pt x="10545" y="131"/>
                    <a:pt x="13212" y="3052"/>
                    <a:pt x="13085" y="6608"/>
                  </a:cubicBezTo>
                  <a:cubicBezTo>
                    <a:pt x="12958" y="10164"/>
                    <a:pt x="10037" y="12831"/>
                    <a:pt x="6481" y="12704"/>
                  </a:cubicBezTo>
                  <a:lnTo>
                    <a:pt x="6100" y="12704"/>
                  </a:lnTo>
                  <a:cubicBezTo>
                    <a:pt x="2544" y="12577"/>
                    <a:pt x="-123" y="9656"/>
                    <a:pt x="4" y="6100"/>
                  </a:cubicBezTo>
                  <a:cubicBezTo>
                    <a:pt x="131" y="2544"/>
                    <a:pt x="3052" y="-123"/>
                    <a:pt x="6608" y="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36506" y="298382"/>
              <a:ext cx="13272" cy="16744"/>
            </a:xfrm>
            <a:custGeom>
              <a:avLst/>
              <a:gdLst/>
              <a:ahLst/>
              <a:cxnLst/>
              <a:rect r="r" b="b" t="t" l="l"/>
              <a:pathLst>
                <a:path h="16744" w="13272">
                  <a:moveTo>
                    <a:pt x="12795" y="7053"/>
                  </a:moveTo>
                  <a:cubicBezTo>
                    <a:pt x="12795" y="6672"/>
                    <a:pt x="12795" y="6418"/>
                    <a:pt x="12795" y="6418"/>
                  </a:cubicBezTo>
                  <a:cubicBezTo>
                    <a:pt x="12795" y="6418"/>
                    <a:pt x="12795" y="6545"/>
                    <a:pt x="12922" y="6799"/>
                  </a:cubicBezTo>
                  <a:cubicBezTo>
                    <a:pt x="13049" y="7053"/>
                    <a:pt x="13049" y="7688"/>
                    <a:pt x="13176" y="8323"/>
                  </a:cubicBezTo>
                  <a:cubicBezTo>
                    <a:pt x="13303" y="9212"/>
                    <a:pt x="13303" y="10101"/>
                    <a:pt x="13176" y="11244"/>
                  </a:cubicBezTo>
                  <a:cubicBezTo>
                    <a:pt x="12668" y="14673"/>
                    <a:pt x="9493" y="17086"/>
                    <a:pt x="5937" y="16705"/>
                  </a:cubicBezTo>
                  <a:cubicBezTo>
                    <a:pt x="2381" y="16324"/>
                    <a:pt x="95" y="13022"/>
                    <a:pt x="476" y="9466"/>
                  </a:cubicBezTo>
                  <a:cubicBezTo>
                    <a:pt x="476" y="9593"/>
                    <a:pt x="476" y="9847"/>
                    <a:pt x="476" y="9847"/>
                  </a:cubicBezTo>
                  <a:cubicBezTo>
                    <a:pt x="476" y="9847"/>
                    <a:pt x="476" y="9720"/>
                    <a:pt x="349" y="9466"/>
                  </a:cubicBezTo>
                  <a:cubicBezTo>
                    <a:pt x="222" y="9212"/>
                    <a:pt x="222" y="8831"/>
                    <a:pt x="95" y="8323"/>
                  </a:cubicBezTo>
                  <a:cubicBezTo>
                    <a:pt x="-32" y="7561"/>
                    <a:pt x="-32" y="6545"/>
                    <a:pt x="95" y="5402"/>
                  </a:cubicBezTo>
                  <a:cubicBezTo>
                    <a:pt x="603" y="1973"/>
                    <a:pt x="3778" y="-440"/>
                    <a:pt x="7334" y="68"/>
                  </a:cubicBezTo>
                  <a:cubicBezTo>
                    <a:pt x="10890" y="576"/>
                    <a:pt x="13176" y="3751"/>
                    <a:pt x="12668" y="730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36406" y="299144"/>
              <a:ext cx="13089" cy="12708"/>
            </a:xfrm>
            <a:custGeom>
              <a:avLst/>
              <a:gdLst/>
              <a:ahLst/>
              <a:cxnLst/>
              <a:rect r="r" b="b" t="t" l="l"/>
              <a:pathLst>
                <a:path h="12708" w="13089">
                  <a:moveTo>
                    <a:pt x="7688" y="12641"/>
                  </a:moveTo>
                  <a:lnTo>
                    <a:pt x="7307" y="12641"/>
                  </a:lnTo>
                  <a:cubicBezTo>
                    <a:pt x="3878" y="13149"/>
                    <a:pt x="576" y="10736"/>
                    <a:pt x="68" y="7307"/>
                  </a:cubicBezTo>
                  <a:cubicBezTo>
                    <a:pt x="-440" y="3878"/>
                    <a:pt x="1973" y="576"/>
                    <a:pt x="5402" y="68"/>
                  </a:cubicBezTo>
                  <a:lnTo>
                    <a:pt x="5783" y="68"/>
                  </a:lnTo>
                  <a:cubicBezTo>
                    <a:pt x="9212" y="-440"/>
                    <a:pt x="12514" y="1973"/>
                    <a:pt x="13022" y="5402"/>
                  </a:cubicBezTo>
                  <a:cubicBezTo>
                    <a:pt x="13530" y="8831"/>
                    <a:pt x="11117" y="12133"/>
                    <a:pt x="7688" y="1264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36470" y="300097"/>
              <a:ext cx="13216" cy="12835"/>
            </a:xfrm>
            <a:custGeom>
              <a:avLst/>
              <a:gdLst/>
              <a:ahLst/>
              <a:cxnLst/>
              <a:rect r="r" b="b" t="t" l="l"/>
              <a:pathLst>
                <a:path h="12835" w="13216">
                  <a:moveTo>
                    <a:pt x="6227" y="4"/>
                  </a:moveTo>
                  <a:lnTo>
                    <a:pt x="6608" y="4"/>
                  </a:lnTo>
                  <a:cubicBezTo>
                    <a:pt x="10164" y="-123"/>
                    <a:pt x="13085" y="2671"/>
                    <a:pt x="13212" y="6227"/>
                  </a:cubicBezTo>
                  <a:cubicBezTo>
                    <a:pt x="13339" y="9783"/>
                    <a:pt x="10545" y="12704"/>
                    <a:pt x="6989" y="12831"/>
                  </a:cubicBezTo>
                  <a:lnTo>
                    <a:pt x="6608" y="12831"/>
                  </a:lnTo>
                  <a:cubicBezTo>
                    <a:pt x="3052" y="12958"/>
                    <a:pt x="131" y="10164"/>
                    <a:pt x="4" y="6608"/>
                  </a:cubicBezTo>
                  <a:cubicBezTo>
                    <a:pt x="-123" y="3052"/>
                    <a:pt x="2671" y="131"/>
                    <a:pt x="6227" y="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36627" y="301047"/>
              <a:ext cx="13284" cy="12968"/>
            </a:xfrm>
            <a:custGeom>
              <a:avLst/>
              <a:gdLst/>
              <a:ahLst/>
              <a:cxnLst/>
              <a:rect r="r" b="b" t="t" l="l"/>
              <a:pathLst>
                <a:path h="12968" w="13284">
                  <a:moveTo>
                    <a:pt x="7848" y="12770"/>
                  </a:moveTo>
                  <a:lnTo>
                    <a:pt x="7467" y="12897"/>
                  </a:lnTo>
                  <a:cubicBezTo>
                    <a:pt x="4038" y="13405"/>
                    <a:pt x="736" y="11119"/>
                    <a:pt x="101" y="7563"/>
                  </a:cubicBezTo>
                  <a:cubicBezTo>
                    <a:pt x="-534" y="4007"/>
                    <a:pt x="1879" y="832"/>
                    <a:pt x="5435" y="197"/>
                  </a:cubicBezTo>
                  <a:lnTo>
                    <a:pt x="5816" y="70"/>
                  </a:lnTo>
                  <a:cubicBezTo>
                    <a:pt x="9245" y="-438"/>
                    <a:pt x="12547" y="1848"/>
                    <a:pt x="13182" y="5404"/>
                  </a:cubicBezTo>
                  <a:cubicBezTo>
                    <a:pt x="13817" y="8960"/>
                    <a:pt x="11404" y="12135"/>
                    <a:pt x="7848" y="1277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36851" y="302256"/>
              <a:ext cx="12937" cy="14080"/>
            </a:xfrm>
            <a:custGeom>
              <a:avLst/>
              <a:gdLst/>
              <a:ahLst/>
              <a:cxnLst/>
              <a:rect r="r" b="b" t="t" l="l"/>
              <a:pathLst>
                <a:path h="14080" w="12937">
                  <a:moveTo>
                    <a:pt x="12831" y="6227"/>
                  </a:moveTo>
                  <a:cubicBezTo>
                    <a:pt x="12831" y="6227"/>
                    <a:pt x="12831" y="6354"/>
                    <a:pt x="12831" y="6481"/>
                  </a:cubicBezTo>
                  <a:cubicBezTo>
                    <a:pt x="13466" y="9910"/>
                    <a:pt x="11180" y="13339"/>
                    <a:pt x="7751" y="13974"/>
                  </a:cubicBezTo>
                  <a:cubicBezTo>
                    <a:pt x="4322" y="14609"/>
                    <a:pt x="893" y="12323"/>
                    <a:pt x="258" y="8894"/>
                  </a:cubicBezTo>
                  <a:cubicBezTo>
                    <a:pt x="131" y="8259"/>
                    <a:pt x="4" y="7497"/>
                    <a:pt x="4" y="6608"/>
                  </a:cubicBezTo>
                  <a:cubicBezTo>
                    <a:pt x="-123" y="3052"/>
                    <a:pt x="2671" y="131"/>
                    <a:pt x="6227" y="4"/>
                  </a:cubicBezTo>
                  <a:cubicBezTo>
                    <a:pt x="9783" y="-123"/>
                    <a:pt x="12704" y="2671"/>
                    <a:pt x="12831" y="622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34188" y="295910"/>
              <a:ext cx="12954" cy="67945"/>
            </a:xfrm>
            <a:custGeom>
              <a:avLst/>
              <a:gdLst/>
              <a:ahLst/>
              <a:cxnLst/>
              <a:rect r="r" b="b" t="t" l="l"/>
              <a:pathLst>
                <a:path h="67945" w="12954">
                  <a:moveTo>
                    <a:pt x="12954" y="6350"/>
                  </a:moveTo>
                  <a:lnTo>
                    <a:pt x="12700" y="61595"/>
                  </a:lnTo>
                  <a:cubicBezTo>
                    <a:pt x="12700" y="65151"/>
                    <a:pt x="9779" y="67945"/>
                    <a:pt x="6350" y="67945"/>
                  </a:cubicBezTo>
                  <a:cubicBezTo>
                    <a:pt x="2921" y="67945"/>
                    <a:pt x="0" y="65024"/>
                    <a:pt x="0" y="61595"/>
                  </a:cubicBezTo>
                  <a:lnTo>
                    <a:pt x="254" y="6350"/>
                  </a:lnTo>
                  <a:cubicBezTo>
                    <a:pt x="254" y="2794"/>
                    <a:pt x="3175" y="0"/>
                    <a:pt x="6604" y="0"/>
                  </a:cubicBezTo>
                  <a:cubicBezTo>
                    <a:pt x="10033" y="0"/>
                    <a:pt x="12954" y="2921"/>
                    <a:pt x="12954" y="63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64008" y="350774"/>
              <a:ext cx="182880" cy="13081"/>
            </a:xfrm>
            <a:custGeom>
              <a:avLst/>
              <a:gdLst/>
              <a:ahLst/>
              <a:cxnLst/>
              <a:rect r="r" b="b" t="t" l="l"/>
              <a:pathLst>
                <a:path h="13081" w="182880">
                  <a:moveTo>
                    <a:pt x="176530" y="13081"/>
                  </a:moveTo>
                  <a:lnTo>
                    <a:pt x="6350" y="12700"/>
                  </a:lnTo>
                  <a:cubicBezTo>
                    <a:pt x="2794" y="12700"/>
                    <a:pt x="0" y="9779"/>
                    <a:pt x="0" y="6350"/>
                  </a:cubicBezTo>
                  <a:cubicBezTo>
                    <a:pt x="0" y="2921"/>
                    <a:pt x="2921" y="0"/>
                    <a:pt x="6350" y="0"/>
                  </a:cubicBezTo>
                  <a:lnTo>
                    <a:pt x="176530" y="381"/>
                  </a:lnTo>
                  <a:cubicBezTo>
                    <a:pt x="180086" y="381"/>
                    <a:pt x="182880" y="3302"/>
                    <a:pt x="182880" y="6731"/>
                  </a:cubicBezTo>
                  <a:cubicBezTo>
                    <a:pt x="182880" y="10160"/>
                    <a:pt x="179959" y="13081"/>
                    <a:pt x="176530" y="1308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01600" y="268351"/>
              <a:ext cx="12700" cy="95631"/>
            </a:xfrm>
            <a:custGeom>
              <a:avLst/>
              <a:gdLst/>
              <a:ahLst/>
              <a:cxnLst/>
              <a:rect r="r" b="b" t="t" l="l"/>
              <a:pathLst>
                <a:path h="95631" w="12700">
                  <a:moveTo>
                    <a:pt x="12700" y="6350"/>
                  </a:moveTo>
                  <a:lnTo>
                    <a:pt x="12700" y="89281"/>
                  </a:lnTo>
                  <a:cubicBezTo>
                    <a:pt x="12700" y="92837"/>
                    <a:pt x="9906" y="95631"/>
                    <a:pt x="6350" y="95631"/>
                  </a:cubicBezTo>
                  <a:cubicBezTo>
                    <a:pt x="2794" y="95631"/>
                    <a:pt x="0" y="92837"/>
                    <a:pt x="0" y="89281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257806" y="152904"/>
              <a:ext cx="14359" cy="48523"/>
            </a:xfrm>
            <a:custGeom>
              <a:avLst/>
              <a:gdLst/>
              <a:ahLst/>
              <a:cxnLst/>
              <a:rect r="r" b="b" t="t" l="l"/>
              <a:pathLst>
                <a:path h="48523" w="14359">
                  <a:moveTo>
                    <a:pt x="14355" y="6608"/>
                  </a:moveTo>
                  <a:lnTo>
                    <a:pt x="12704" y="42422"/>
                  </a:lnTo>
                  <a:cubicBezTo>
                    <a:pt x="12577" y="45978"/>
                    <a:pt x="9529" y="48645"/>
                    <a:pt x="6100" y="48518"/>
                  </a:cubicBezTo>
                  <a:cubicBezTo>
                    <a:pt x="2671" y="48391"/>
                    <a:pt x="-123" y="45343"/>
                    <a:pt x="4" y="41914"/>
                  </a:cubicBezTo>
                  <a:lnTo>
                    <a:pt x="1655" y="6100"/>
                  </a:lnTo>
                  <a:cubicBezTo>
                    <a:pt x="1782" y="2544"/>
                    <a:pt x="4830" y="-123"/>
                    <a:pt x="8259" y="4"/>
                  </a:cubicBezTo>
                  <a:cubicBezTo>
                    <a:pt x="11688" y="131"/>
                    <a:pt x="14482" y="3179"/>
                    <a:pt x="14355" y="660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259475" y="151779"/>
              <a:ext cx="13434" cy="13815"/>
            </a:xfrm>
            <a:custGeom>
              <a:avLst/>
              <a:gdLst/>
              <a:ahLst/>
              <a:cxnLst/>
              <a:rect r="r" b="b" t="t" l="l"/>
              <a:pathLst>
                <a:path h="13815" w="13434">
                  <a:moveTo>
                    <a:pt x="875" y="4177"/>
                  </a:moveTo>
                  <a:lnTo>
                    <a:pt x="1510" y="3161"/>
                  </a:lnTo>
                  <a:cubicBezTo>
                    <a:pt x="3288" y="113"/>
                    <a:pt x="7225" y="-903"/>
                    <a:pt x="10273" y="875"/>
                  </a:cubicBezTo>
                  <a:cubicBezTo>
                    <a:pt x="13321" y="2653"/>
                    <a:pt x="14337" y="6590"/>
                    <a:pt x="12559" y="9638"/>
                  </a:cubicBezTo>
                  <a:lnTo>
                    <a:pt x="11924" y="10654"/>
                  </a:lnTo>
                  <a:cubicBezTo>
                    <a:pt x="10146" y="13702"/>
                    <a:pt x="6209" y="14718"/>
                    <a:pt x="3161" y="12940"/>
                  </a:cubicBezTo>
                  <a:cubicBezTo>
                    <a:pt x="113" y="11162"/>
                    <a:pt x="-903" y="7225"/>
                    <a:pt x="875" y="417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59929" y="150836"/>
              <a:ext cx="13415" cy="13796"/>
            </a:xfrm>
            <a:custGeom>
              <a:avLst/>
              <a:gdLst/>
              <a:ahLst/>
              <a:cxnLst/>
              <a:rect r="r" b="b" t="t" l="l"/>
              <a:pathLst>
                <a:path h="13796" w="13415">
                  <a:moveTo>
                    <a:pt x="1183" y="3723"/>
                  </a:moveTo>
                  <a:lnTo>
                    <a:pt x="1818" y="2707"/>
                  </a:lnTo>
                  <a:cubicBezTo>
                    <a:pt x="3850" y="-214"/>
                    <a:pt x="7787" y="-849"/>
                    <a:pt x="10708" y="1183"/>
                  </a:cubicBezTo>
                  <a:cubicBezTo>
                    <a:pt x="13629" y="3215"/>
                    <a:pt x="14264" y="7152"/>
                    <a:pt x="12232" y="10073"/>
                  </a:cubicBezTo>
                  <a:lnTo>
                    <a:pt x="11597" y="11089"/>
                  </a:lnTo>
                  <a:cubicBezTo>
                    <a:pt x="9565" y="14010"/>
                    <a:pt x="5628" y="14645"/>
                    <a:pt x="2707" y="12613"/>
                  </a:cubicBezTo>
                  <a:cubicBezTo>
                    <a:pt x="-214" y="10581"/>
                    <a:pt x="-849" y="6644"/>
                    <a:pt x="1183" y="372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260742" y="149087"/>
              <a:ext cx="14478" cy="14605"/>
            </a:xfrm>
            <a:custGeom>
              <a:avLst/>
              <a:gdLst/>
              <a:ahLst/>
              <a:cxnLst/>
              <a:rect r="r" b="b" t="t" l="l"/>
              <a:pathLst>
                <a:path h="14605" w="14478">
                  <a:moveTo>
                    <a:pt x="1386" y="4202"/>
                  </a:moveTo>
                  <a:cubicBezTo>
                    <a:pt x="2021" y="3313"/>
                    <a:pt x="2910" y="2424"/>
                    <a:pt x="3799" y="1662"/>
                  </a:cubicBezTo>
                  <a:cubicBezTo>
                    <a:pt x="6466" y="-751"/>
                    <a:pt x="10403" y="-497"/>
                    <a:pt x="12816" y="2170"/>
                  </a:cubicBezTo>
                  <a:cubicBezTo>
                    <a:pt x="15229" y="4837"/>
                    <a:pt x="14975" y="8774"/>
                    <a:pt x="12308" y="11187"/>
                  </a:cubicBezTo>
                  <a:cubicBezTo>
                    <a:pt x="12054" y="11441"/>
                    <a:pt x="11673" y="11822"/>
                    <a:pt x="11419" y="12203"/>
                  </a:cubicBezTo>
                  <a:cubicBezTo>
                    <a:pt x="9260" y="14997"/>
                    <a:pt x="5196" y="15378"/>
                    <a:pt x="2402" y="13219"/>
                  </a:cubicBezTo>
                  <a:cubicBezTo>
                    <a:pt x="-392" y="11060"/>
                    <a:pt x="-773" y="6996"/>
                    <a:pt x="1386" y="420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262329" y="148283"/>
              <a:ext cx="13821" cy="13567"/>
            </a:xfrm>
            <a:custGeom>
              <a:avLst/>
              <a:gdLst/>
              <a:ahLst/>
              <a:cxnLst/>
              <a:rect r="r" b="b" t="t" l="l"/>
              <a:pathLst>
                <a:path h="13567" w="13821">
                  <a:moveTo>
                    <a:pt x="2339" y="2212"/>
                  </a:moveTo>
                  <a:lnTo>
                    <a:pt x="3355" y="1450"/>
                  </a:lnTo>
                  <a:cubicBezTo>
                    <a:pt x="6022" y="-836"/>
                    <a:pt x="10086" y="-328"/>
                    <a:pt x="12372" y="2339"/>
                  </a:cubicBezTo>
                  <a:cubicBezTo>
                    <a:pt x="14658" y="5006"/>
                    <a:pt x="14150" y="9070"/>
                    <a:pt x="11483" y="11356"/>
                  </a:cubicBezTo>
                  <a:lnTo>
                    <a:pt x="10467" y="12118"/>
                  </a:lnTo>
                  <a:cubicBezTo>
                    <a:pt x="7800" y="14404"/>
                    <a:pt x="3736" y="13896"/>
                    <a:pt x="1450" y="11229"/>
                  </a:cubicBezTo>
                  <a:cubicBezTo>
                    <a:pt x="-836" y="8562"/>
                    <a:pt x="-328" y="4498"/>
                    <a:pt x="2339" y="221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263313" y="147672"/>
              <a:ext cx="13886" cy="13393"/>
            </a:xfrm>
            <a:custGeom>
              <a:avLst/>
              <a:gdLst/>
              <a:ahLst/>
              <a:cxnLst/>
              <a:rect r="r" b="b" t="t" l="l"/>
              <a:pathLst>
                <a:path h="13393" w="13886">
                  <a:moveTo>
                    <a:pt x="2879" y="1680"/>
                  </a:moveTo>
                  <a:lnTo>
                    <a:pt x="3895" y="1045"/>
                  </a:lnTo>
                  <a:cubicBezTo>
                    <a:pt x="6816" y="-860"/>
                    <a:pt x="10753" y="-98"/>
                    <a:pt x="12785" y="2823"/>
                  </a:cubicBezTo>
                  <a:cubicBezTo>
                    <a:pt x="14817" y="5744"/>
                    <a:pt x="13928" y="9681"/>
                    <a:pt x="11007" y="11713"/>
                  </a:cubicBezTo>
                  <a:lnTo>
                    <a:pt x="9991" y="12348"/>
                  </a:lnTo>
                  <a:cubicBezTo>
                    <a:pt x="7070" y="14253"/>
                    <a:pt x="3133" y="13491"/>
                    <a:pt x="1101" y="10570"/>
                  </a:cubicBezTo>
                  <a:cubicBezTo>
                    <a:pt x="-931" y="7649"/>
                    <a:pt x="-42" y="3712"/>
                    <a:pt x="2879" y="168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264296" y="147075"/>
              <a:ext cx="13824" cy="13316"/>
            </a:xfrm>
            <a:custGeom>
              <a:avLst/>
              <a:gdLst/>
              <a:ahLst/>
              <a:cxnLst/>
              <a:rect r="r" b="b" t="t" l="l"/>
              <a:pathLst>
                <a:path h="13316" w="13824">
                  <a:moveTo>
                    <a:pt x="3420" y="1261"/>
                  </a:moveTo>
                  <a:lnTo>
                    <a:pt x="4436" y="753"/>
                  </a:lnTo>
                  <a:cubicBezTo>
                    <a:pt x="7484" y="-898"/>
                    <a:pt x="11421" y="245"/>
                    <a:pt x="13072" y="3420"/>
                  </a:cubicBezTo>
                  <a:cubicBezTo>
                    <a:pt x="14723" y="6595"/>
                    <a:pt x="13580" y="10405"/>
                    <a:pt x="10405" y="12056"/>
                  </a:cubicBezTo>
                  <a:lnTo>
                    <a:pt x="9389" y="12564"/>
                  </a:lnTo>
                  <a:cubicBezTo>
                    <a:pt x="6341" y="14215"/>
                    <a:pt x="2404" y="13072"/>
                    <a:pt x="753" y="9897"/>
                  </a:cubicBezTo>
                  <a:cubicBezTo>
                    <a:pt x="-898" y="6722"/>
                    <a:pt x="245" y="2912"/>
                    <a:pt x="3420" y="126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265484" y="145080"/>
              <a:ext cx="41269" cy="15496"/>
            </a:xfrm>
            <a:custGeom>
              <a:avLst/>
              <a:gdLst/>
              <a:ahLst/>
              <a:cxnLst/>
              <a:rect r="r" b="b" t="t" l="l"/>
              <a:pathLst>
                <a:path h="15496" w="41269">
                  <a:moveTo>
                    <a:pt x="4772" y="2113"/>
                  </a:moveTo>
                  <a:cubicBezTo>
                    <a:pt x="13916" y="-173"/>
                    <a:pt x="24838" y="-1570"/>
                    <a:pt x="37157" y="3129"/>
                  </a:cubicBezTo>
                  <a:cubicBezTo>
                    <a:pt x="40459" y="4399"/>
                    <a:pt x="42110" y="8082"/>
                    <a:pt x="40840" y="11384"/>
                  </a:cubicBezTo>
                  <a:cubicBezTo>
                    <a:pt x="39570" y="14686"/>
                    <a:pt x="35887" y="16337"/>
                    <a:pt x="32585" y="15067"/>
                  </a:cubicBezTo>
                  <a:cubicBezTo>
                    <a:pt x="23822" y="11638"/>
                    <a:pt x="15821" y="12527"/>
                    <a:pt x="7947" y="14432"/>
                  </a:cubicBezTo>
                  <a:cubicBezTo>
                    <a:pt x="4518" y="15321"/>
                    <a:pt x="1089" y="13162"/>
                    <a:pt x="200" y="9733"/>
                  </a:cubicBezTo>
                  <a:cubicBezTo>
                    <a:pt x="-689" y="6304"/>
                    <a:pt x="1470" y="2875"/>
                    <a:pt x="4899" y="198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293965" y="147950"/>
              <a:ext cx="13796" cy="13472"/>
            </a:xfrm>
            <a:custGeom>
              <a:avLst/>
              <a:gdLst/>
              <a:ahLst/>
              <a:cxnLst/>
              <a:rect r="r" b="b" t="t" l="l"/>
              <a:pathLst>
                <a:path h="13472" w="13796">
                  <a:moveTo>
                    <a:pt x="10073" y="1148"/>
                  </a:moveTo>
                  <a:lnTo>
                    <a:pt x="11089" y="1910"/>
                  </a:lnTo>
                  <a:cubicBezTo>
                    <a:pt x="14010" y="3942"/>
                    <a:pt x="14645" y="8006"/>
                    <a:pt x="12613" y="10800"/>
                  </a:cubicBezTo>
                  <a:cubicBezTo>
                    <a:pt x="10581" y="13594"/>
                    <a:pt x="6517" y="14356"/>
                    <a:pt x="3723" y="12324"/>
                  </a:cubicBezTo>
                  <a:lnTo>
                    <a:pt x="2707" y="11562"/>
                  </a:lnTo>
                  <a:cubicBezTo>
                    <a:pt x="-214" y="9530"/>
                    <a:pt x="-849" y="5466"/>
                    <a:pt x="1183" y="2672"/>
                  </a:cubicBezTo>
                  <a:cubicBezTo>
                    <a:pt x="3215" y="-122"/>
                    <a:pt x="7279" y="-884"/>
                    <a:pt x="10073" y="114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294905" y="148601"/>
              <a:ext cx="15250" cy="15322"/>
            </a:xfrm>
            <a:custGeom>
              <a:avLst/>
              <a:gdLst/>
              <a:ahLst/>
              <a:cxnLst/>
              <a:rect r="r" b="b" t="t" l="l"/>
              <a:pathLst>
                <a:path h="15322" w="15250">
                  <a:moveTo>
                    <a:pt x="10276" y="1386"/>
                  </a:moveTo>
                  <a:cubicBezTo>
                    <a:pt x="11673" y="2529"/>
                    <a:pt x="12943" y="3799"/>
                    <a:pt x="13959" y="5196"/>
                  </a:cubicBezTo>
                  <a:cubicBezTo>
                    <a:pt x="16118" y="7990"/>
                    <a:pt x="15483" y="12054"/>
                    <a:pt x="12689" y="14086"/>
                  </a:cubicBezTo>
                  <a:cubicBezTo>
                    <a:pt x="9895" y="16118"/>
                    <a:pt x="5831" y="15610"/>
                    <a:pt x="3799" y="12816"/>
                  </a:cubicBezTo>
                  <a:cubicBezTo>
                    <a:pt x="3418" y="12308"/>
                    <a:pt x="2910" y="11800"/>
                    <a:pt x="2402" y="11419"/>
                  </a:cubicBezTo>
                  <a:cubicBezTo>
                    <a:pt x="-392" y="9260"/>
                    <a:pt x="-773" y="5196"/>
                    <a:pt x="1386" y="2402"/>
                  </a:cubicBezTo>
                  <a:cubicBezTo>
                    <a:pt x="3545" y="-392"/>
                    <a:pt x="7609" y="-773"/>
                    <a:pt x="10403" y="138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297309" y="151259"/>
              <a:ext cx="13458" cy="13839"/>
            </a:xfrm>
            <a:custGeom>
              <a:avLst/>
              <a:gdLst/>
              <a:ahLst/>
              <a:cxnLst/>
              <a:rect r="r" b="b" t="t" l="l"/>
              <a:pathLst>
                <a:path h="13839" w="13458">
                  <a:moveTo>
                    <a:pt x="11682" y="2792"/>
                  </a:moveTo>
                  <a:lnTo>
                    <a:pt x="12317" y="3808"/>
                  </a:lnTo>
                  <a:cubicBezTo>
                    <a:pt x="14349" y="6729"/>
                    <a:pt x="13587" y="10666"/>
                    <a:pt x="10666" y="12698"/>
                  </a:cubicBezTo>
                  <a:cubicBezTo>
                    <a:pt x="7745" y="14730"/>
                    <a:pt x="3808" y="13968"/>
                    <a:pt x="1776" y="11047"/>
                  </a:cubicBezTo>
                  <a:lnTo>
                    <a:pt x="1141" y="10031"/>
                  </a:lnTo>
                  <a:cubicBezTo>
                    <a:pt x="-891" y="7110"/>
                    <a:pt x="-129" y="3173"/>
                    <a:pt x="2792" y="1141"/>
                  </a:cubicBezTo>
                  <a:cubicBezTo>
                    <a:pt x="5713" y="-891"/>
                    <a:pt x="9650" y="-129"/>
                    <a:pt x="11682" y="279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297951" y="152155"/>
              <a:ext cx="13316" cy="13824"/>
            </a:xfrm>
            <a:custGeom>
              <a:avLst/>
              <a:gdLst/>
              <a:ahLst/>
              <a:cxnLst/>
              <a:rect r="r" b="b" t="t" l="l"/>
              <a:pathLst>
                <a:path h="13824" w="13316">
                  <a:moveTo>
                    <a:pt x="12056" y="3420"/>
                  </a:moveTo>
                  <a:lnTo>
                    <a:pt x="12564" y="4436"/>
                  </a:lnTo>
                  <a:cubicBezTo>
                    <a:pt x="14215" y="7484"/>
                    <a:pt x="13072" y="11421"/>
                    <a:pt x="9897" y="13072"/>
                  </a:cubicBezTo>
                  <a:cubicBezTo>
                    <a:pt x="6722" y="14723"/>
                    <a:pt x="2912" y="13580"/>
                    <a:pt x="1261" y="10405"/>
                  </a:cubicBezTo>
                  <a:lnTo>
                    <a:pt x="753" y="9389"/>
                  </a:lnTo>
                  <a:cubicBezTo>
                    <a:pt x="-898" y="6341"/>
                    <a:pt x="245" y="2404"/>
                    <a:pt x="3420" y="753"/>
                  </a:cubicBezTo>
                  <a:cubicBezTo>
                    <a:pt x="6595" y="-898"/>
                    <a:pt x="10405" y="245"/>
                    <a:pt x="12056" y="342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298700" y="153285"/>
              <a:ext cx="13978" cy="47887"/>
            </a:xfrm>
            <a:custGeom>
              <a:avLst/>
              <a:gdLst/>
              <a:ahLst/>
              <a:cxnLst/>
              <a:rect r="r" b="b" t="t" l="l"/>
              <a:pathLst>
                <a:path h="47887" w="13978">
                  <a:moveTo>
                    <a:pt x="12704" y="6100"/>
                  </a:moveTo>
                  <a:lnTo>
                    <a:pt x="13974" y="41279"/>
                  </a:lnTo>
                  <a:cubicBezTo>
                    <a:pt x="14101" y="44835"/>
                    <a:pt x="11307" y="47756"/>
                    <a:pt x="7878" y="47883"/>
                  </a:cubicBezTo>
                  <a:cubicBezTo>
                    <a:pt x="4449" y="48010"/>
                    <a:pt x="1401" y="45216"/>
                    <a:pt x="1274" y="41787"/>
                  </a:cubicBezTo>
                  <a:lnTo>
                    <a:pt x="4" y="6608"/>
                  </a:lnTo>
                  <a:cubicBezTo>
                    <a:pt x="-123" y="3052"/>
                    <a:pt x="2671" y="131"/>
                    <a:pt x="6100" y="4"/>
                  </a:cubicBezTo>
                  <a:cubicBezTo>
                    <a:pt x="9529" y="-123"/>
                    <a:pt x="12577" y="2671"/>
                    <a:pt x="12704" y="610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257810" y="188468"/>
              <a:ext cx="54864" cy="12827"/>
            </a:xfrm>
            <a:custGeom>
              <a:avLst/>
              <a:gdLst/>
              <a:ahLst/>
              <a:cxnLst/>
              <a:rect r="r" b="b" t="t" l="l"/>
              <a:pathLst>
                <a:path h="12827" w="54864">
                  <a:moveTo>
                    <a:pt x="48514" y="12700"/>
                  </a:moveTo>
                  <a:lnTo>
                    <a:pt x="6350" y="12827"/>
                  </a:lnTo>
                  <a:cubicBezTo>
                    <a:pt x="2794" y="12827"/>
                    <a:pt x="0" y="10033"/>
                    <a:pt x="0" y="6477"/>
                  </a:cubicBezTo>
                  <a:cubicBezTo>
                    <a:pt x="0" y="2921"/>
                    <a:pt x="2794" y="127"/>
                    <a:pt x="6350" y="127"/>
                  </a:cubicBezTo>
                  <a:lnTo>
                    <a:pt x="48514" y="0"/>
                  </a:lnTo>
                  <a:cubicBezTo>
                    <a:pt x="52070" y="0"/>
                    <a:pt x="54864" y="2794"/>
                    <a:pt x="54864" y="6350"/>
                  </a:cubicBezTo>
                  <a:cubicBezTo>
                    <a:pt x="54864" y="9906"/>
                    <a:pt x="52070" y="12700"/>
                    <a:pt x="48514" y="1270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278892" y="188849"/>
              <a:ext cx="12700" cy="52959"/>
            </a:xfrm>
            <a:custGeom>
              <a:avLst/>
              <a:gdLst/>
              <a:ahLst/>
              <a:cxnLst/>
              <a:rect r="r" b="b" t="t" l="l"/>
              <a:pathLst>
                <a:path h="52959" w="12700">
                  <a:moveTo>
                    <a:pt x="0" y="46482"/>
                  </a:move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lnTo>
                    <a:pt x="12700" y="46609"/>
                  </a:lnTo>
                  <a:cubicBezTo>
                    <a:pt x="12700" y="50165"/>
                    <a:pt x="9906" y="52959"/>
                    <a:pt x="6350" y="52959"/>
                  </a:cubicBezTo>
                  <a:cubicBezTo>
                    <a:pt x="2794" y="52959"/>
                    <a:pt x="0" y="50165"/>
                    <a:pt x="0" y="4660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207127" y="195316"/>
              <a:ext cx="53233" cy="29611"/>
            </a:xfrm>
            <a:custGeom>
              <a:avLst/>
              <a:gdLst/>
              <a:ahLst/>
              <a:cxnLst/>
              <a:rect r="r" b="b" t="t" l="l"/>
              <a:pathLst>
                <a:path h="29611" w="53233">
                  <a:moveTo>
                    <a:pt x="44333" y="29093"/>
                  </a:moveTo>
                  <a:lnTo>
                    <a:pt x="3947" y="12329"/>
                  </a:lnTo>
                  <a:cubicBezTo>
                    <a:pt x="645" y="10932"/>
                    <a:pt x="-879" y="7249"/>
                    <a:pt x="518" y="3947"/>
                  </a:cubicBezTo>
                  <a:cubicBezTo>
                    <a:pt x="1915" y="645"/>
                    <a:pt x="5598" y="-879"/>
                    <a:pt x="8900" y="518"/>
                  </a:cubicBezTo>
                  <a:lnTo>
                    <a:pt x="49286" y="17282"/>
                  </a:lnTo>
                  <a:cubicBezTo>
                    <a:pt x="52588" y="18679"/>
                    <a:pt x="54112" y="22362"/>
                    <a:pt x="52715" y="25664"/>
                  </a:cubicBezTo>
                  <a:cubicBezTo>
                    <a:pt x="51318" y="28966"/>
                    <a:pt x="47635" y="30490"/>
                    <a:pt x="44333" y="2909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294758" y="285350"/>
              <a:ext cx="18814" cy="33312"/>
            </a:xfrm>
            <a:custGeom>
              <a:avLst/>
              <a:gdLst/>
              <a:ahLst/>
              <a:cxnLst/>
              <a:rect r="r" b="b" t="t" l="l"/>
              <a:pathLst>
                <a:path h="33312" w="18814">
                  <a:moveTo>
                    <a:pt x="263" y="25165"/>
                  </a:moveTo>
                  <a:lnTo>
                    <a:pt x="6359" y="4591"/>
                  </a:lnTo>
                  <a:cubicBezTo>
                    <a:pt x="7375" y="1162"/>
                    <a:pt x="10931" y="-743"/>
                    <a:pt x="14233" y="273"/>
                  </a:cubicBezTo>
                  <a:cubicBezTo>
                    <a:pt x="17535" y="1289"/>
                    <a:pt x="19567" y="4845"/>
                    <a:pt x="18551" y="8147"/>
                  </a:cubicBezTo>
                  <a:lnTo>
                    <a:pt x="12455" y="28721"/>
                  </a:lnTo>
                  <a:cubicBezTo>
                    <a:pt x="11439" y="32150"/>
                    <a:pt x="7883" y="34055"/>
                    <a:pt x="4581" y="33039"/>
                  </a:cubicBezTo>
                  <a:cubicBezTo>
                    <a:pt x="1279" y="32023"/>
                    <a:pt x="-753" y="28467"/>
                    <a:pt x="263" y="2516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303022" y="248666"/>
              <a:ext cx="12700" cy="34544"/>
            </a:xfrm>
            <a:custGeom>
              <a:avLst/>
              <a:gdLst/>
              <a:ahLst/>
              <a:cxnLst/>
              <a:rect r="r" b="b" t="t" l="l"/>
              <a:pathLst>
                <a:path h="34544" w="12700">
                  <a:moveTo>
                    <a:pt x="0" y="28194"/>
                  </a:moveTo>
                  <a:lnTo>
                    <a:pt x="0" y="6350"/>
                  </a:lnTo>
                  <a:cubicBezTo>
                    <a:pt x="0" y="2794"/>
                    <a:pt x="2921" y="0"/>
                    <a:pt x="6350" y="0"/>
                  </a:cubicBezTo>
                  <a:cubicBezTo>
                    <a:pt x="9779" y="0"/>
                    <a:pt x="12700" y="2921"/>
                    <a:pt x="12700" y="6350"/>
                  </a:cubicBezTo>
                  <a:lnTo>
                    <a:pt x="12700" y="28194"/>
                  </a:lnTo>
                  <a:cubicBezTo>
                    <a:pt x="12700" y="31750"/>
                    <a:pt x="9779" y="34544"/>
                    <a:pt x="6350" y="34544"/>
                  </a:cubicBezTo>
                  <a:cubicBezTo>
                    <a:pt x="2921" y="34544"/>
                    <a:pt x="0" y="31623"/>
                    <a:pt x="0" y="2819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112141" y="63500"/>
              <a:ext cx="123444" cy="123444"/>
            </a:xfrm>
            <a:custGeom>
              <a:avLst/>
              <a:gdLst/>
              <a:ahLst/>
              <a:cxnLst/>
              <a:rect r="r" b="b" t="t" l="l"/>
              <a:pathLst>
                <a:path h="123444" w="123444">
                  <a:moveTo>
                    <a:pt x="123444" y="61722"/>
                  </a:moveTo>
                  <a:cubicBezTo>
                    <a:pt x="123444" y="65786"/>
                    <a:pt x="123063" y="69850"/>
                    <a:pt x="122301" y="73787"/>
                  </a:cubicBezTo>
                  <a:lnTo>
                    <a:pt x="116078" y="72517"/>
                  </a:lnTo>
                  <a:lnTo>
                    <a:pt x="122301" y="73787"/>
                  </a:lnTo>
                  <a:cubicBezTo>
                    <a:pt x="121539" y="77724"/>
                    <a:pt x="120396" y="81661"/>
                    <a:pt x="118745" y="85344"/>
                  </a:cubicBezTo>
                  <a:lnTo>
                    <a:pt x="112903" y="82931"/>
                  </a:lnTo>
                  <a:lnTo>
                    <a:pt x="118745" y="85344"/>
                  </a:lnTo>
                  <a:cubicBezTo>
                    <a:pt x="117221" y="89154"/>
                    <a:pt x="115316" y="92710"/>
                    <a:pt x="113030" y="96012"/>
                  </a:cubicBezTo>
                  <a:cubicBezTo>
                    <a:pt x="113030" y="96012"/>
                    <a:pt x="113030" y="96012"/>
                    <a:pt x="113030" y="96012"/>
                  </a:cubicBezTo>
                  <a:cubicBezTo>
                    <a:pt x="110744" y="99441"/>
                    <a:pt x="108204" y="102489"/>
                    <a:pt x="105410" y="105410"/>
                  </a:cubicBezTo>
                  <a:cubicBezTo>
                    <a:pt x="105410" y="105410"/>
                    <a:pt x="105410" y="105410"/>
                    <a:pt x="105410" y="105410"/>
                  </a:cubicBezTo>
                  <a:cubicBezTo>
                    <a:pt x="102489" y="108331"/>
                    <a:pt x="99441" y="110871"/>
                    <a:pt x="96012" y="113030"/>
                  </a:cubicBezTo>
                  <a:lnTo>
                    <a:pt x="92456" y="107696"/>
                  </a:lnTo>
                  <a:lnTo>
                    <a:pt x="96012" y="113030"/>
                  </a:lnTo>
                  <a:cubicBezTo>
                    <a:pt x="92583" y="115316"/>
                    <a:pt x="89027" y="117221"/>
                    <a:pt x="85344" y="118745"/>
                  </a:cubicBezTo>
                  <a:cubicBezTo>
                    <a:pt x="85344" y="118745"/>
                    <a:pt x="85344" y="118745"/>
                    <a:pt x="85344" y="118745"/>
                  </a:cubicBezTo>
                  <a:cubicBezTo>
                    <a:pt x="81661" y="120269"/>
                    <a:pt x="77724" y="121412"/>
                    <a:pt x="73787" y="122301"/>
                  </a:cubicBezTo>
                  <a:cubicBezTo>
                    <a:pt x="73787" y="122301"/>
                    <a:pt x="73787" y="122301"/>
                    <a:pt x="73787" y="122301"/>
                  </a:cubicBezTo>
                  <a:cubicBezTo>
                    <a:pt x="69850" y="123063"/>
                    <a:pt x="65786" y="123444"/>
                    <a:pt x="61722" y="123444"/>
                  </a:cubicBezTo>
                  <a:lnTo>
                    <a:pt x="61722" y="117094"/>
                  </a:lnTo>
                  <a:lnTo>
                    <a:pt x="61722" y="123444"/>
                  </a:lnTo>
                  <a:cubicBezTo>
                    <a:pt x="57658" y="123444"/>
                    <a:pt x="53594" y="123063"/>
                    <a:pt x="49657" y="122301"/>
                  </a:cubicBezTo>
                  <a:cubicBezTo>
                    <a:pt x="49657" y="122301"/>
                    <a:pt x="49657" y="122301"/>
                    <a:pt x="49657" y="122301"/>
                  </a:cubicBezTo>
                  <a:cubicBezTo>
                    <a:pt x="45720" y="121539"/>
                    <a:pt x="41783" y="120396"/>
                    <a:pt x="38100" y="118745"/>
                  </a:cubicBezTo>
                  <a:cubicBezTo>
                    <a:pt x="38100" y="118745"/>
                    <a:pt x="38100" y="118745"/>
                    <a:pt x="38100" y="118745"/>
                  </a:cubicBezTo>
                  <a:cubicBezTo>
                    <a:pt x="34417" y="117221"/>
                    <a:pt x="30861" y="115316"/>
                    <a:pt x="27432" y="113030"/>
                  </a:cubicBezTo>
                  <a:lnTo>
                    <a:pt x="30988" y="107696"/>
                  </a:lnTo>
                  <a:lnTo>
                    <a:pt x="27432" y="113030"/>
                  </a:lnTo>
                  <a:cubicBezTo>
                    <a:pt x="24003" y="110744"/>
                    <a:pt x="20955" y="108204"/>
                    <a:pt x="18034" y="105410"/>
                  </a:cubicBezTo>
                  <a:cubicBezTo>
                    <a:pt x="18034" y="105410"/>
                    <a:pt x="18034" y="105410"/>
                    <a:pt x="18034" y="105410"/>
                  </a:cubicBezTo>
                  <a:cubicBezTo>
                    <a:pt x="15240" y="102489"/>
                    <a:pt x="12573" y="99441"/>
                    <a:pt x="10414" y="96012"/>
                  </a:cubicBezTo>
                  <a:lnTo>
                    <a:pt x="15748" y="92456"/>
                  </a:lnTo>
                  <a:lnTo>
                    <a:pt x="10414" y="96012"/>
                  </a:lnTo>
                  <a:cubicBezTo>
                    <a:pt x="8128" y="92583"/>
                    <a:pt x="6223" y="89027"/>
                    <a:pt x="4699" y="85344"/>
                  </a:cubicBezTo>
                  <a:cubicBezTo>
                    <a:pt x="4699" y="85344"/>
                    <a:pt x="4699" y="85344"/>
                    <a:pt x="4699" y="85344"/>
                  </a:cubicBezTo>
                  <a:cubicBezTo>
                    <a:pt x="3175" y="81661"/>
                    <a:pt x="2032" y="77724"/>
                    <a:pt x="1143" y="73787"/>
                  </a:cubicBezTo>
                  <a:lnTo>
                    <a:pt x="7366" y="72517"/>
                  </a:lnTo>
                  <a:lnTo>
                    <a:pt x="1143" y="73787"/>
                  </a:lnTo>
                  <a:cubicBezTo>
                    <a:pt x="381" y="69850"/>
                    <a:pt x="0" y="65786"/>
                    <a:pt x="0" y="61722"/>
                  </a:cubicBezTo>
                  <a:lnTo>
                    <a:pt x="6350" y="61722"/>
                  </a:lnTo>
                  <a:lnTo>
                    <a:pt x="0" y="61722"/>
                  </a:lnTo>
                  <a:cubicBezTo>
                    <a:pt x="0" y="57658"/>
                    <a:pt x="381" y="53594"/>
                    <a:pt x="1143" y="49657"/>
                  </a:cubicBezTo>
                  <a:cubicBezTo>
                    <a:pt x="1143" y="49657"/>
                    <a:pt x="1143" y="49657"/>
                    <a:pt x="1143" y="49657"/>
                  </a:cubicBezTo>
                  <a:cubicBezTo>
                    <a:pt x="1905" y="45720"/>
                    <a:pt x="3048" y="41783"/>
                    <a:pt x="4699" y="38100"/>
                  </a:cubicBezTo>
                  <a:cubicBezTo>
                    <a:pt x="4699" y="38100"/>
                    <a:pt x="4699" y="38100"/>
                    <a:pt x="4699" y="38100"/>
                  </a:cubicBezTo>
                  <a:cubicBezTo>
                    <a:pt x="6223" y="34417"/>
                    <a:pt x="8128" y="30861"/>
                    <a:pt x="10414" y="27432"/>
                  </a:cubicBezTo>
                  <a:lnTo>
                    <a:pt x="15748" y="30988"/>
                  </a:lnTo>
                  <a:lnTo>
                    <a:pt x="10414" y="27432"/>
                  </a:lnTo>
                  <a:cubicBezTo>
                    <a:pt x="12700" y="24003"/>
                    <a:pt x="15240" y="20955"/>
                    <a:pt x="18034" y="18034"/>
                  </a:cubicBezTo>
                  <a:cubicBezTo>
                    <a:pt x="18034" y="18034"/>
                    <a:pt x="18034" y="18034"/>
                    <a:pt x="18034" y="18034"/>
                  </a:cubicBezTo>
                  <a:cubicBezTo>
                    <a:pt x="20955" y="15240"/>
                    <a:pt x="24003" y="12573"/>
                    <a:pt x="27432" y="10414"/>
                  </a:cubicBezTo>
                  <a:cubicBezTo>
                    <a:pt x="27432" y="10414"/>
                    <a:pt x="27432" y="10414"/>
                    <a:pt x="27432" y="10414"/>
                  </a:cubicBezTo>
                  <a:cubicBezTo>
                    <a:pt x="30734" y="8128"/>
                    <a:pt x="34290" y="6223"/>
                    <a:pt x="38100" y="4699"/>
                  </a:cubicBezTo>
                  <a:lnTo>
                    <a:pt x="40513" y="10541"/>
                  </a:lnTo>
                  <a:lnTo>
                    <a:pt x="38100" y="4699"/>
                  </a:lnTo>
                  <a:cubicBezTo>
                    <a:pt x="41910" y="3175"/>
                    <a:pt x="45720" y="2032"/>
                    <a:pt x="49657" y="1143"/>
                  </a:cubicBezTo>
                  <a:cubicBezTo>
                    <a:pt x="49657" y="1143"/>
                    <a:pt x="49657" y="1143"/>
                    <a:pt x="49657" y="1143"/>
                  </a:cubicBezTo>
                  <a:cubicBezTo>
                    <a:pt x="53594" y="381"/>
                    <a:pt x="57658" y="0"/>
                    <a:pt x="61722" y="0"/>
                  </a:cubicBezTo>
                  <a:lnTo>
                    <a:pt x="61722" y="6350"/>
                  </a:lnTo>
                  <a:lnTo>
                    <a:pt x="61722" y="0"/>
                  </a:lnTo>
                  <a:cubicBezTo>
                    <a:pt x="65786" y="0"/>
                    <a:pt x="69850" y="381"/>
                    <a:pt x="73787" y="1143"/>
                  </a:cubicBezTo>
                  <a:cubicBezTo>
                    <a:pt x="73787" y="1143"/>
                    <a:pt x="73787" y="1143"/>
                    <a:pt x="73787" y="1143"/>
                  </a:cubicBezTo>
                  <a:cubicBezTo>
                    <a:pt x="77724" y="1905"/>
                    <a:pt x="81661" y="3048"/>
                    <a:pt x="85344" y="4699"/>
                  </a:cubicBezTo>
                  <a:lnTo>
                    <a:pt x="82931" y="10541"/>
                  </a:lnTo>
                  <a:lnTo>
                    <a:pt x="85344" y="4699"/>
                  </a:lnTo>
                  <a:cubicBezTo>
                    <a:pt x="89154" y="6223"/>
                    <a:pt x="92710" y="8128"/>
                    <a:pt x="96012" y="10414"/>
                  </a:cubicBezTo>
                  <a:cubicBezTo>
                    <a:pt x="96012" y="10414"/>
                    <a:pt x="96012" y="10414"/>
                    <a:pt x="96012" y="10414"/>
                  </a:cubicBezTo>
                  <a:cubicBezTo>
                    <a:pt x="99441" y="12700"/>
                    <a:pt x="102489" y="15240"/>
                    <a:pt x="105410" y="18034"/>
                  </a:cubicBezTo>
                  <a:cubicBezTo>
                    <a:pt x="105410" y="18034"/>
                    <a:pt x="105410" y="18034"/>
                    <a:pt x="105410" y="18034"/>
                  </a:cubicBezTo>
                  <a:cubicBezTo>
                    <a:pt x="108331" y="20955"/>
                    <a:pt x="110871" y="24003"/>
                    <a:pt x="113030" y="27432"/>
                  </a:cubicBezTo>
                  <a:lnTo>
                    <a:pt x="107696" y="30988"/>
                  </a:lnTo>
                  <a:lnTo>
                    <a:pt x="113030" y="27432"/>
                  </a:lnTo>
                  <a:cubicBezTo>
                    <a:pt x="115316" y="30734"/>
                    <a:pt x="117221" y="34417"/>
                    <a:pt x="118745" y="38100"/>
                  </a:cubicBezTo>
                  <a:lnTo>
                    <a:pt x="112903" y="40513"/>
                  </a:lnTo>
                  <a:lnTo>
                    <a:pt x="118745" y="38100"/>
                  </a:lnTo>
                  <a:cubicBezTo>
                    <a:pt x="120269" y="41910"/>
                    <a:pt x="121412" y="45720"/>
                    <a:pt x="122301" y="49657"/>
                  </a:cubicBezTo>
                  <a:cubicBezTo>
                    <a:pt x="122301" y="49657"/>
                    <a:pt x="122301" y="49657"/>
                    <a:pt x="122301" y="49657"/>
                  </a:cubicBezTo>
                  <a:cubicBezTo>
                    <a:pt x="123063" y="53594"/>
                    <a:pt x="123444" y="57658"/>
                    <a:pt x="123444" y="61722"/>
                  </a:cubicBezTo>
                  <a:lnTo>
                    <a:pt x="117094" y="61722"/>
                  </a:lnTo>
                  <a:lnTo>
                    <a:pt x="123444" y="61722"/>
                  </a:lnTo>
                  <a:moveTo>
                    <a:pt x="110744" y="61722"/>
                  </a:moveTo>
                  <a:cubicBezTo>
                    <a:pt x="110744" y="58547"/>
                    <a:pt x="110490" y="55372"/>
                    <a:pt x="109855" y="52197"/>
                  </a:cubicBezTo>
                  <a:lnTo>
                    <a:pt x="116078" y="50927"/>
                  </a:lnTo>
                  <a:lnTo>
                    <a:pt x="109855" y="52197"/>
                  </a:lnTo>
                  <a:cubicBezTo>
                    <a:pt x="109220" y="49022"/>
                    <a:pt x="108331" y="45974"/>
                    <a:pt x="107061" y="43053"/>
                  </a:cubicBezTo>
                  <a:cubicBezTo>
                    <a:pt x="107061" y="43053"/>
                    <a:pt x="107061" y="43053"/>
                    <a:pt x="107061" y="43053"/>
                  </a:cubicBezTo>
                  <a:cubicBezTo>
                    <a:pt x="105791" y="40132"/>
                    <a:pt x="104267" y="37211"/>
                    <a:pt x="102489" y="34671"/>
                  </a:cubicBezTo>
                  <a:cubicBezTo>
                    <a:pt x="102489" y="34671"/>
                    <a:pt x="102489" y="34671"/>
                    <a:pt x="102489" y="34671"/>
                  </a:cubicBezTo>
                  <a:cubicBezTo>
                    <a:pt x="100711" y="32004"/>
                    <a:pt x="98679" y="29464"/>
                    <a:pt x="96393" y="27305"/>
                  </a:cubicBezTo>
                  <a:lnTo>
                    <a:pt x="100965" y="22860"/>
                  </a:lnTo>
                  <a:lnTo>
                    <a:pt x="96393" y="27432"/>
                  </a:lnTo>
                  <a:cubicBezTo>
                    <a:pt x="94107" y="25146"/>
                    <a:pt x="91694" y="23114"/>
                    <a:pt x="89027" y="21336"/>
                  </a:cubicBezTo>
                  <a:lnTo>
                    <a:pt x="92583" y="16002"/>
                  </a:lnTo>
                  <a:lnTo>
                    <a:pt x="89027" y="21336"/>
                  </a:lnTo>
                  <a:cubicBezTo>
                    <a:pt x="86360" y="19558"/>
                    <a:pt x="83566" y="18034"/>
                    <a:pt x="80518" y="16764"/>
                  </a:cubicBezTo>
                  <a:cubicBezTo>
                    <a:pt x="80518" y="16764"/>
                    <a:pt x="80518" y="16764"/>
                    <a:pt x="80518" y="16764"/>
                  </a:cubicBezTo>
                  <a:cubicBezTo>
                    <a:pt x="77597" y="15494"/>
                    <a:pt x="74422" y="14605"/>
                    <a:pt x="71374" y="13970"/>
                  </a:cubicBezTo>
                  <a:lnTo>
                    <a:pt x="72644" y="7747"/>
                  </a:lnTo>
                  <a:lnTo>
                    <a:pt x="71374" y="13970"/>
                  </a:lnTo>
                  <a:cubicBezTo>
                    <a:pt x="68199" y="13335"/>
                    <a:pt x="65024" y="13081"/>
                    <a:pt x="61849" y="13081"/>
                  </a:cubicBezTo>
                  <a:cubicBezTo>
                    <a:pt x="58674" y="13081"/>
                    <a:pt x="55499" y="13335"/>
                    <a:pt x="52324" y="13970"/>
                  </a:cubicBezTo>
                  <a:lnTo>
                    <a:pt x="51054" y="7747"/>
                  </a:lnTo>
                  <a:lnTo>
                    <a:pt x="52324" y="13970"/>
                  </a:lnTo>
                  <a:cubicBezTo>
                    <a:pt x="49149" y="14605"/>
                    <a:pt x="46101" y="15494"/>
                    <a:pt x="43180" y="16764"/>
                  </a:cubicBezTo>
                  <a:cubicBezTo>
                    <a:pt x="43180" y="16764"/>
                    <a:pt x="43180" y="16764"/>
                    <a:pt x="43180" y="16764"/>
                  </a:cubicBezTo>
                  <a:cubicBezTo>
                    <a:pt x="40259" y="18034"/>
                    <a:pt x="37465" y="19431"/>
                    <a:pt x="34671" y="21336"/>
                  </a:cubicBezTo>
                  <a:lnTo>
                    <a:pt x="31115" y="16002"/>
                  </a:lnTo>
                  <a:lnTo>
                    <a:pt x="34671" y="21336"/>
                  </a:lnTo>
                  <a:cubicBezTo>
                    <a:pt x="32004" y="23114"/>
                    <a:pt x="29464" y="25146"/>
                    <a:pt x="27178" y="27432"/>
                  </a:cubicBezTo>
                  <a:lnTo>
                    <a:pt x="22733" y="22860"/>
                  </a:lnTo>
                  <a:lnTo>
                    <a:pt x="27305" y="27305"/>
                  </a:lnTo>
                  <a:cubicBezTo>
                    <a:pt x="25019" y="29591"/>
                    <a:pt x="22987" y="32004"/>
                    <a:pt x="21209" y="34671"/>
                  </a:cubicBezTo>
                  <a:cubicBezTo>
                    <a:pt x="21209" y="34671"/>
                    <a:pt x="21209" y="34671"/>
                    <a:pt x="21209" y="34671"/>
                  </a:cubicBezTo>
                  <a:cubicBezTo>
                    <a:pt x="19431" y="37338"/>
                    <a:pt x="17907" y="40132"/>
                    <a:pt x="16637" y="43180"/>
                  </a:cubicBezTo>
                  <a:lnTo>
                    <a:pt x="10795" y="40767"/>
                  </a:lnTo>
                  <a:lnTo>
                    <a:pt x="16637" y="43180"/>
                  </a:lnTo>
                  <a:cubicBezTo>
                    <a:pt x="15367" y="46228"/>
                    <a:pt x="14478" y="49276"/>
                    <a:pt x="13843" y="52451"/>
                  </a:cubicBezTo>
                  <a:lnTo>
                    <a:pt x="7620" y="51181"/>
                  </a:lnTo>
                  <a:lnTo>
                    <a:pt x="13843" y="52451"/>
                  </a:lnTo>
                  <a:cubicBezTo>
                    <a:pt x="13208" y="55626"/>
                    <a:pt x="12954" y="58801"/>
                    <a:pt x="12954" y="61976"/>
                  </a:cubicBezTo>
                  <a:cubicBezTo>
                    <a:pt x="12954" y="65151"/>
                    <a:pt x="13208" y="68326"/>
                    <a:pt x="13843" y="71501"/>
                  </a:cubicBezTo>
                  <a:cubicBezTo>
                    <a:pt x="13843" y="71501"/>
                    <a:pt x="13843" y="71501"/>
                    <a:pt x="13843" y="71501"/>
                  </a:cubicBezTo>
                  <a:cubicBezTo>
                    <a:pt x="14478" y="74676"/>
                    <a:pt x="15367" y="77724"/>
                    <a:pt x="16637" y="80645"/>
                  </a:cubicBezTo>
                  <a:lnTo>
                    <a:pt x="10795" y="83058"/>
                  </a:lnTo>
                  <a:lnTo>
                    <a:pt x="16637" y="80645"/>
                  </a:lnTo>
                  <a:cubicBezTo>
                    <a:pt x="17907" y="83693"/>
                    <a:pt x="19431" y="86487"/>
                    <a:pt x="21209" y="89154"/>
                  </a:cubicBezTo>
                  <a:cubicBezTo>
                    <a:pt x="21209" y="89154"/>
                    <a:pt x="21209" y="89154"/>
                    <a:pt x="21209" y="89154"/>
                  </a:cubicBezTo>
                  <a:cubicBezTo>
                    <a:pt x="22987" y="91821"/>
                    <a:pt x="25019" y="94361"/>
                    <a:pt x="27305" y="96647"/>
                  </a:cubicBezTo>
                  <a:lnTo>
                    <a:pt x="22733" y="101092"/>
                  </a:lnTo>
                  <a:lnTo>
                    <a:pt x="27178" y="96520"/>
                  </a:lnTo>
                  <a:cubicBezTo>
                    <a:pt x="29464" y="98806"/>
                    <a:pt x="32004" y="100838"/>
                    <a:pt x="34671" y="102616"/>
                  </a:cubicBezTo>
                  <a:cubicBezTo>
                    <a:pt x="34671" y="102616"/>
                    <a:pt x="34671" y="102616"/>
                    <a:pt x="34671" y="102616"/>
                  </a:cubicBezTo>
                  <a:cubicBezTo>
                    <a:pt x="37338" y="104394"/>
                    <a:pt x="40132" y="105918"/>
                    <a:pt x="43180" y="107188"/>
                  </a:cubicBezTo>
                  <a:lnTo>
                    <a:pt x="40767" y="113030"/>
                  </a:lnTo>
                  <a:lnTo>
                    <a:pt x="43180" y="107188"/>
                  </a:lnTo>
                  <a:cubicBezTo>
                    <a:pt x="46101" y="108458"/>
                    <a:pt x="49276" y="109347"/>
                    <a:pt x="52324" y="109982"/>
                  </a:cubicBezTo>
                  <a:lnTo>
                    <a:pt x="51054" y="116205"/>
                  </a:lnTo>
                  <a:lnTo>
                    <a:pt x="52324" y="109982"/>
                  </a:lnTo>
                  <a:cubicBezTo>
                    <a:pt x="55499" y="110617"/>
                    <a:pt x="58674" y="110871"/>
                    <a:pt x="61849" y="110871"/>
                  </a:cubicBezTo>
                  <a:cubicBezTo>
                    <a:pt x="65024" y="110871"/>
                    <a:pt x="68199" y="110617"/>
                    <a:pt x="71374" y="109982"/>
                  </a:cubicBezTo>
                  <a:lnTo>
                    <a:pt x="72644" y="116205"/>
                  </a:lnTo>
                  <a:lnTo>
                    <a:pt x="71374" y="109982"/>
                  </a:lnTo>
                  <a:cubicBezTo>
                    <a:pt x="74549" y="109347"/>
                    <a:pt x="77597" y="108458"/>
                    <a:pt x="80645" y="107188"/>
                  </a:cubicBezTo>
                  <a:lnTo>
                    <a:pt x="83058" y="113030"/>
                  </a:lnTo>
                  <a:lnTo>
                    <a:pt x="80645" y="107188"/>
                  </a:lnTo>
                  <a:cubicBezTo>
                    <a:pt x="83566" y="105918"/>
                    <a:pt x="86487" y="104394"/>
                    <a:pt x="89154" y="102616"/>
                  </a:cubicBezTo>
                  <a:cubicBezTo>
                    <a:pt x="89154" y="102616"/>
                    <a:pt x="89154" y="102616"/>
                    <a:pt x="89154" y="102616"/>
                  </a:cubicBezTo>
                  <a:cubicBezTo>
                    <a:pt x="91821" y="100838"/>
                    <a:pt x="94361" y="98806"/>
                    <a:pt x="96520" y="96520"/>
                  </a:cubicBezTo>
                  <a:lnTo>
                    <a:pt x="101092" y="101092"/>
                  </a:lnTo>
                  <a:lnTo>
                    <a:pt x="96520" y="96647"/>
                  </a:lnTo>
                  <a:cubicBezTo>
                    <a:pt x="98806" y="94361"/>
                    <a:pt x="100838" y="91821"/>
                    <a:pt x="102616" y="89154"/>
                  </a:cubicBezTo>
                  <a:lnTo>
                    <a:pt x="107950" y="92710"/>
                  </a:lnTo>
                  <a:lnTo>
                    <a:pt x="102616" y="89154"/>
                  </a:lnTo>
                  <a:cubicBezTo>
                    <a:pt x="104394" y="86487"/>
                    <a:pt x="105918" y="83693"/>
                    <a:pt x="107188" y="80645"/>
                  </a:cubicBezTo>
                  <a:cubicBezTo>
                    <a:pt x="107188" y="80645"/>
                    <a:pt x="107188" y="80645"/>
                    <a:pt x="107188" y="80645"/>
                  </a:cubicBezTo>
                  <a:cubicBezTo>
                    <a:pt x="108458" y="77724"/>
                    <a:pt x="109347" y="74676"/>
                    <a:pt x="109982" y="71501"/>
                  </a:cubicBezTo>
                  <a:cubicBezTo>
                    <a:pt x="109982" y="71501"/>
                    <a:pt x="109982" y="71501"/>
                    <a:pt x="109982" y="71501"/>
                  </a:cubicBezTo>
                  <a:cubicBezTo>
                    <a:pt x="110617" y="68326"/>
                    <a:pt x="110871" y="65151"/>
                    <a:pt x="110871" y="6197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63500" y="256159"/>
              <a:ext cx="13081" cy="107315"/>
            </a:xfrm>
            <a:custGeom>
              <a:avLst/>
              <a:gdLst/>
              <a:ahLst/>
              <a:cxnLst/>
              <a:rect r="r" b="b" t="t" l="l"/>
              <a:pathLst>
                <a:path h="107315" w="13081">
                  <a:moveTo>
                    <a:pt x="12700" y="6350"/>
                  </a:moveTo>
                  <a:lnTo>
                    <a:pt x="13081" y="100965"/>
                  </a:lnTo>
                  <a:cubicBezTo>
                    <a:pt x="13081" y="104521"/>
                    <a:pt x="10287" y="107315"/>
                    <a:pt x="6731" y="107315"/>
                  </a:cubicBezTo>
                  <a:cubicBezTo>
                    <a:pt x="3175" y="107315"/>
                    <a:pt x="381" y="104521"/>
                    <a:pt x="381" y="100965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grpSp>
        <p:nvGrpSpPr>
          <p:cNvPr name="Group 74" id="74"/>
          <p:cNvGrpSpPr>
            <a:grpSpLocks noChangeAspect="true"/>
          </p:cNvGrpSpPr>
          <p:nvPr/>
        </p:nvGrpSpPr>
        <p:grpSpPr>
          <a:xfrm rot="0">
            <a:off x="4851692" y="2339950"/>
            <a:ext cx="395202" cy="427577"/>
            <a:chOff x="0" y="0"/>
            <a:chExt cx="395199" cy="4275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23952" y="121658"/>
              <a:ext cx="147701" cy="121928"/>
            </a:xfrm>
            <a:custGeom>
              <a:avLst/>
              <a:gdLst/>
              <a:ahLst/>
              <a:cxnLst/>
              <a:rect r="r" b="b" t="t" l="l"/>
              <a:pathLst>
                <a:path h="121928" w="147701">
                  <a:moveTo>
                    <a:pt x="142240" y="4707"/>
                  </a:moveTo>
                  <a:cubicBezTo>
                    <a:pt x="145415" y="16264"/>
                    <a:pt x="146939" y="24646"/>
                    <a:pt x="147701" y="35314"/>
                  </a:cubicBezTo>
                  <a:cubicBezTo>
                    <a:pt x="147701" y="35568"/>
                    <a:pt x="147701" y="35822"/>
                    <a:pt x="147701" y="36076"/>
                  </a:cubicBezTo>
                  <a:cubicBezTo>
                    <a:pt x="147320" y="44458"/>
                    <a:pt x="145796" y="55126"/>
                    <a:pt x="143510" y="64524"/>
                  </a:cubicBezTo>
                  <a:cubicBezTo>
                    <a:pt x="143510" y="64778"/>
                    <a:pt x="143383" y="64905"/>
                    <a:pt x="143256" y="65159"/>
                  </a:cubicBezTo>
                  <a:cubicBezTo>
                    <a:pt x="139827" y="74557"/>
                    <a:pt x="137541" y="79383"/>
                    <a:pt x="135001" y="84209"/>
                  </a:cubicBezTo>
                  <a:cubicBezTo>
                    <a:pt x="134874" y="84336"/>
                    <a:pt x="134874" y="84463"/>
                    <a:pt x="134747" y="84717"/>
                  </a:cubicBezTo>
                  <a:cubicBezTo>
                    <a:pt x="129413" y="92845"/>
                    <a:pt x="126492" y="96528"/>
                    <a:pt x="123190" y="100338"/>
                  </a:cubicBezTo>
                  <a:cubicBezTo>
                    <a:pt x="123063" y="100465"/>
                    <a:pt x="122936" y="100592"/>
                    <a:pt x="122809" y="100719"/>
                  </a:cubicBezTo>
                  <a:cubicBezTo>
                    <a:pt x="116840" y="106307"/>
                    <a:pt x="113157" y="109101"/>
                    <a:pt x="109347" y="111641"/>
                  </a:cubicBezTo>
                  <a:cubicBezTo>
                    <a:pt x="109220" y="111768"/>
                    <a:pt x="108966" y="111895"/>
                    <a:pt x="108839" y="112022"/>
                  </a:cubicBezTo>
                  <a:cubicBezTo>
                    <a:pt x="101854" y="115832"/>
                    <a:pt x="98171" y="117356"/>
                    <a:pt x="93218" y="119007"/>
                  </a:cubicBezTo>
                  <a:cubicBezTo>
                    <a:pt x="93091" y="119007"/>
                    <a:pt x="92964" y="119134"/>
                    <a:pt x="92710" y="119134"/>
                  </a:cubicBezTo>
                  <a:cubicBezTo>
                    <a:pt x="87757" y="120404"/>
                    <a:pt x="82804" y="121293"/>
                    <a:pt x="74549" y="121928"/>
                  </a:cubicBezTo>
                  <a:cubicBezTo>
                    <a:pt x="74295" y="121928"/>
                    <a:pt x="74168" y="121928"/>
                    <a:pt x="73914" y="121928"/>
                  </a:cubicBezTo>
                  <a:cubicBezTo>
                    <a:pt x="69977" y="121801"/>
                    <a:pt x="65151" y="121293"/>
                    <a:pt x="57023" y="119642"/>
                  </a:cubicBezTo>
                  <a:cubicBezTo>
                    <a:pt x="56769" y="119642"/>
                    <a:pt x="56515" y="119515"/>
                    <a:pt x="56261" y="119388"/>
                  </a:cubicBezTo>
                  <a:cubicBezTo>
                    <a:pt x="48133" y="116467"/>
                    <a:pt x="43180" y="114181"/>
                    <a:pt x="39370" y="112149"/>
                  </a:cubicBezTo>
                  <a:cubicBezTo>
                    <a:pt x="39243" y="112022"/>
                    <a:pt x="38989" y="111895"/>
                    <a:pt x="38862" y="111768"/>
                  </a:cubicBezTo>
                  <a:cubicBezTo>
                    <a:pt x="31877" y="106815"/>
                    <a:pt x="28194" y="103767"/>
                    <a:pt x="24511" y="100211"/>
                  </a:cubicBezTo>
                  <a:cubicBezTo>
                    <a:pt x="24384" y="100084"/>
                    <a:pt x="24257" y="99957"/>
                    <a:pt x="24130" y="99830"/>
                  </a:cubicBezTo>
                  <a:cubicBezTo>
                    <a:pt x="18161" y="92845"/>
                    <a:pt x="15621" y="89162"/>
                    <a:pt x="12573" y="84336"/>
                  </a:cubicBezTo>
                  <a:cubicBezTo>
                    <a:pt x="12446" y="84209"/>
                    <a:pt x="12446" y="84082"/>
                    <a:pt x="12319" y="83828"/>
                  </a:cubicBezTo>
                  <a:cubicBezTo>
                    <a:pt x="8128" y="75573"/>
                    <a:pt x="6223" y="70874"/>
                    <a:pt x="4572" y="66048"/>
                  </a:cubicBezTo>
                  <a:cubicBezTo>
                    <a:pt x="4572" y="65921"/>
                    <a:pt x="4445" y="65667"/>
                    <a:pt x="4445" y="65540"/>
                  </a:cubicBezTo>
                  <a:cubicBezTo>
                    <a:pt x="2032" y="56015"/>
                    <a:pt x="508" y="45474"/>
                    <a:pt x="0" y="36076"/>
                  </a:cubicBezTo>
                  <a:cubicBezTo>
                    <a:pt x="0" y="35822"/>
                    <a:pt x="0" y="35695"/>
                    <a:pt x="0" y="35441"/>
                  </a:cubicBezTo>
                  <a:cubicBezTo>
                    <a:pt x="635" y="25916"/>
                    <a:pt x="1905" y="17661"/>
                    <a:pt x="5207" y="4961"/>
                  </a:cubicBezTo>
                  <a:cubicBezTo>
                    <a:pt x="6096" y="1532"/>
                    <a:pt x="9525" y="-500"/>
                    <a:pt x="12954" y="389"/>
                  </a:cubicBezTo>
                  <a:cubicBezTo>
                    <a:pt x="16383" y="1278"/>
                    <a:pt x="18415" y="4707"/>
                    <a:pt x="17526" y="8136"/>
                  </a:cubicBezTo>
                  <a:cubicBezTo>
                    <a:pt x="14478" y="20328"/>
                    <a:pt x="13208" y="27821"/>
                    <a:pt x="12700" y="36203"/>
                  </a:cubicBezTo>
                  <a:lnTo>
                    <a:pt x="6350" y="35822"/>
                  </a:lnTo>
                  <a:lnTo>
                    <a:pt x="12700" y="35568"/>
                  </a:lnTo>
                  <a:cubicBezTo>
                    <a:pt x="13081" y="44204"/>
                    <a:pt x="14478" y="53856"/>
                    <a:pt x="16764" y="62492"/>
                  </a:cubicBezTo>
                  <a:lnTo>
                    <a:pt x="10541" y="64143"/>
                  </a:lnTo>
                  <a:lnTo>
                    <a:pt x="16510" y="62111"/>
                  </a:lnTo>
                  <a:cubicBezTo>
                    <a:pt x="17907" y="66175"/>
                    <a:pt x="19685" y="70493"/>
                    <a:pt x="23622" y="78240"/>
                  </a:cubicBezTo>
                  <a:lnTo>
                    <a:pt x="17907" y="81161"/>
                  </a:lnTo>
                  <a:lnTo>
                    <a:pt x="23368" y="77859"/>
                  </a:lnTo>
                  <a:cubicBezTo>
                    <a:pt x="25908" y="82050"/>
                    <a:pt x="28194" y="85225"/>
                    <a:pt x="33782" y="91829"/>
                  </a:cubicBezTo>
                  <a:lnTo>
                    <a:pt x="28956" y="96020"/>
                  </a:lnTo>
                  <a:lnTo>
                    <a:pt x="33401" y="91448"/>
                  </a:lnTo>
                  <a:cubicBezTo>
                    <a:pt x="36449" y="94369"/>
                    <a:pt x="39497" y="97036"/>
                    <a:pt x="46101" y="101608"/>
                  </a:cubicBezTo>
                  <a:lnTo>
                    <a:pt x="42418" y="106815"/>
                  </a:lnTo>
                  <a:lnTo>
                    <a:pt x="45593" y="101227"/>
                  </a:lnTo>
                  <a:cubicBezTo>
                    <a:pt x="48514" y="102878"/>
                    <a:pt x="52832" y="104910"/>
                    <a:pt x="60452" y="107577"/>
                  </a:cubicBezTo>
                  <a:lnTo>
                    <a:pt x="58293" y="113546"/>
                  </a:lnTo>
                  <a:lnTo>
                    <a:pt x="59563" y="107323"/>
                  </a:lnTo>
                  <a:cubicBezTo>
                    <a:pt x="67183" y="108974"/>
                    <a:pt x="71374" y="109355"/>
                    <a:pt x="74295" y="109355"/>
                  </a:cubicBezTo>
                  <a:lnTo>
                    <a:pt x="74168" y="115705"/>
                  </a:lnTo>
                  <a:lnTo>
                    <a:pt x="73660" y="109355"/>
                  </a:lnTo>
                  <a:cubicBezTo>
                    <a:pt x="81280" y="108847"/>
                    <a:pt x="85344" y="108085"/>
                    <a:pt x="89535" y="106942"/>
                  </a:cubicBezTo>
                  <a:lnTo>
                    <a:pt x="91186" y="113165"/>
                  </a:lnTo>
                  <a:lnTo>
                    <a:pt x="89154" y="107069"/>
                  </a:lnTo>
                  <a:cubicBezTo>
                    <a:pt x="93345" y="105672"/>
                    <a:pt x="96393" y="104402"/>
                    <a:pt x="102870" y="100846"/>
                  </a:cubicBezTo>
                  <a:lnTo>
                    <a:pt x="105918" y="106434"/>
                  </a:lnTo>
                  <a:lnTo>
                    <a:pt x="102362" y="101100"/>
                  </a:lnTo>
                  <a:cubicBezTo>
                    <a:pt x="105537" y="98941"/>
                    <a:pt x="108585" y="96655"/>
                    <a:pt x="114300" y="91448"/>
                  </a:cubicBezTo>
                  <a:lnTo>
                    <a:pt x="118618" y="96147"/>
                  </a:lnTo>
                  <a:lnTo>
                    <a:pt x="113919" y="91829"/>
                  </a:lnTo>
                  <a:cubicBezTo>
                    <a:pt x="116713" y="88654"/>
                    <a:pt x="119253" y="85479"/>
                    <a:pt x="124333" y="77732"/>
                  </a:cubicBezTo>
                  <a:lnTo>
                    <a:pt x="129667" y="81288"/>
                  </a:lnTo>
                  <a:lnTo>
                    <a:pt x="124079" y="78240"/>
                  </a:lnTo>
                  <a:cubicBezTo>
                    <a:pt x="126365" y="74049"/>
                    <a:pt x="128270" y="69858"/>
                    <a:pt x="131572" y="60841"/>
                  </a:cubicBezTo>
                  <a:lnTo>
                    <a:pt x="137541" y="63000"/>
                  </a:lnTo>
                  <a:lnTo>
                    <a:pt x="131318" y="61476"/>
                  </a:lnTo>
                  <a:cubicBezTo>
                    <a:pt x="133477" y="52840"/>
                    <a:pt x="134874" y="43061"/>
                    <a:pt x="135128" y="35568"/>
                  </a:cubicBezTo>
                  <a:lnTo>
                    <a:pt x="141478" y="35822"/>
                  </a:lnTo>
                  <a:lnTo>
                    <a:pt x="135128" y="36203"/>
                  </a:lnTo>
                  <a:cubicBezTo>
                    <a:pt x="134493" y="26551"/>
                    <a:pt x="133096" y="19058"/>
                    <a:pt x="130175" y="8136"/>
                  </a:cubicBezTo>
                  <a:cubicBezTo>
                    <a:pt x="129286" y="4707"/>
                    <a:pt x="131191" y="1278"/>
                    <a:pt x="134620" y="262"/>
                  </a:cubicBezTo>
                  <a:cubicBezTo>
                    <a:pt x="138049" y="-754"/>
                    <a:pt x="141478" y="1278"/>
                    <a:pt x="142494" y="470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128940" y="63359"/>
              <a:ext cx="137553" cy="19619"/>
            </a:xfrm>
            <a:custGeom>
              <a:avLst/>
              <a:gdLst/>
              <a:ahLst/>
              <a:cxnLst/>
              <a:rect r="r" b="b" t="t" l="l"/>
              <a:pathLst>
                <a:path h="19619" w="137553">
                  <a:moveTo>
                    <a:pt x="128997" y="19318"/>
                  </a:moveTo>
                  <a:cubicBezTo>
                    <a:pt x="125695" y="18048"/>
                    <a:pt x="123155" y="17413"/>
                    <a:pt x="116551" y="16270"/>
                  </a:cubicBezTo>
                  <a:lnTo>
                    <a:pt x="117567" y="9920"/>
                  </a:lnTo>
                  <a:lnTo>
                    <a:pt x="116805" y="16270"/>
                  </a:lnTo>
                  <a:cubicBezTo>
                    <a:pt x="105629" y="15000"/>
                    <a:pt x="86579" y="13222"/>
                    <a:pt x="77689" y="12841"/>
                  </a:cubicBezTo>
                  <a:lnTo>
                    <a:pt x="77943" y="6491"/>
                  </a:lnTo>
                  <a:lnTo>
                    <a:pt x="77816" y="12841"/>
                  </a:lnTo>
                  <a:cubicBezTo>
                    <a:pt x="66767" y="12714"/>
                    <a:pt x="48098" y="13349"/>
                    <a:pt x="30572" y="15000"/>
                  </a:cubicBezTo>
                  <a:lnTo>
                    <a:pt x="30064" y="8650"/>
                  </a:lnTo>
                  <a:lnTo>
                    <a:pt x="30826" y="15000"/>
                  </a:lnTo>
                  <a:cubicBezTo>
                    <a:pt x="21682" y="16143"/>
                    <a:pt x="15205" y="17286"/>
                    <a:pt x="12157" y="17794"/>
                  </a:cubicBezTo>
                  <a:lnTo>
                    <a:pt x="10887" y="11571"/>
                  </a:lnTo>
                  <a:lnTo>
                    <a:pt x="12919" y="17667"/>
                  </a:lnTo>
                  <a:lnTo>
                    <a:pt x="8474" y="19191"/>
                  </a:lnTo>
                  <a:cubicBezTo>
                    <a:pt x="5172" y="20334"/>
                    <a:pt x="1489" y="18556"/>
                    <a:pt x="346" y="15127"/>
                  </a:cubicBezTo>
                  <a:cubicBezTo>
                    <a:pt x="-797" y="11698"/>
                    <a:pt x="981" y="8142"/>
                    <a:pt x="4410" y="6999"/>
                  </a:cubicBezTo>
                  <a:lnTo>
                    <a:pt x="8855" y="5475"/>
                  </a:lnTo>
                  <a:cubicBezTo>
                    <a:pt x="9109" y="5348"/>
                    <a:pt x="9363" y="5348"/>
                    <a:pt x="9617" y="5221"/>
                  </a:cubicBezTo>
                  <a:cubicBezTo>
                    <a:pt x="13173" y="4459"/>
                    <a:pt x="19904" y="3443"/>
                    <a:pt x="29175" y="2173"/>
                  </a:cubicBezTo>
                  <a:cubicBezTo>
                    <a:pt x="29302" y="2173"/>
                    <a:pt x="29302" y="2173"/>
                    <a:pt x="29429" y="2173"/>
                  </a:cubicBezTo>
                  <a:cubicBezTo>
                    <a:pt x="47209" y="649"/>
                    <a:pt x="66386" y="-113"/>
                    <a:pt x="77943" y="14"/>
                  </a:cubicBezTo>
                  <a:cubicBezTo>
                    <a:pt x="78070" y="14"/>
                    <a:pt x="78070" y="14"/>
                    <a:pt x="78197" y="14"/>
                  </a:cubicBezTo>
                  <a:cubicBezTo>
                    <a:pt x="87468" y="395"/>
                    <a:pt x="106772" y="2300"/>
                    <a:pt x="118202" y="3570"/>
                  </a:cubicBezTo>
                  <a:cubicBezTo>
                    <a:pt x="118329" y="3570"/>
                    <a:pt x="118329" y="3570"/>
                    <a:pt x="118456" y="3570"/>
                  </a:cubicBezTo>
                  <a:cubicBezTo>
                    <a:pt x="125568" y="4713"/>
                    <a:pt x="129124" y="5602"/>
                    <a:pt x="133442" y="7253"/>
                  </a:cubicBezTo>
                  <a:cubicBezTo>
                    <a:pt x="136744" y="8523"/>
                    <a:pt x="138395" y="12206"/>
                    <a:pt x="137125" y="15508"/>
                  </a:cubicBezTo>
                  <a:cubicBezTo>
                    <a:pt x="135855" y="18810"/>
                    <a:pt x="132172" y="20461"/>
                    <a:pt x="128870" y="1919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268341" y="255768"/>
              <a:ext cx="63383" cy="73416"/>
            </a:xfrm>
            <a:custGeom>
              <a:avLst/>
              <a:gdLst/>
              <a:ahLst/>
              <a:cxnLst/>
              <a:rect r="r" b="b" t="t" l="l"/>
              <a:pathLst>
                <a:path h="73416" w="63383">
                  <a:moveTo>
                    <a:pt x="50556" y="67320"/>
                  </a:moveTo>
                  <a:cubicBezTo>
                    <a:pt x="50429" y="61986"/>
                    <a:pt x="50048" y="57922"/>
                    <a:pt x="49032" y="52588"/>
                  </a:cubicBezTo>
                  <a:lnTo>
                    <a:pt x="55255" y="51318"/>
                  </a:lnTo>
                  <a:lnTo>
                    <a:pt x="49159" y="53096"/>
                  </a:lnTo>
                  <a:cubicBezTo>
                    <a:pt x="47889" y="49032"/>
                    <a:pt x="46238" y="44714"/>
                    <a:pt x="44206" y="40523"/>
                  </a:cubicBezTo>
                  <a:lnTo>
                    <a:pt x="49921" y="37602"/>
                  </a:lnTo>
                  <a:lnTo>
                    <a:pt x="44460" y="41031"/>
                  </a:lnTo>
                  <a:cubicBezTo>
                    <a:pt x="41793" y="36713"/>
                    <a:pt x="39380" y="33665"/>
                    <a:pt x="36713" y="30617"/>
                  </a:cubicBezTo>
                  <a:lnTo>
                    <a:pt x="41539" y="26426"/>
                  </a:lnTo>
                  <a:lnTo>
                    <a:pt x="37094" y="30998"/>
                  </a:lnTo>
                  <a:cubicBezTo>
                    <a:pt x="33919" y="28077"/>
                    <a:pt x="30871" y="25410"/>
                    <a:pt x="26553" y="22489"/>
                  </a:cubicBezTo>
                  <a:lnTo>
                    <a:pt x="30109" y="17282"/>
                  </a:lnTo>
                  <a:lnTo>
                    <a:pt x="27061" y="22870"/>
                  </a:lnTo>
                  <a:cubicBezTo>
                    <a:pt x="22870" y="20584"/>
                    <a:pt x="15250" y="17155"/>
                    <a:pt x="3947" y="12329"/>
                  </a:cubicBezTo>
                  <a:cubicBezTo>
                    <a:pt x="645" y="10932"/>
                    <a:pt x="-879" y="7249"/>
                    <a:pt x="518" y="3947"/>
                  </a:cubicBezTo>
                  <a:cubicBezTo>
                    <a:pt x="1915" y="645"/>
                    <a:pt x="5598" y="-879"/>
                    <a:pt x="8900" y="518"/>
                  </a:cubicBezTo>
                  <a:cubicBezTo>
                    <a:pt x="20203" y="5217"/>
                    <a:pt x="28331" y="8900"/>
                    <a:pt x="33157" y="11567"/>
                  </a:cubicBezTo>
                  <a:cubicBezTo>
                    <a:pt x="33411" y="11694"/>
                    <a:pt x="33538" y="11821"/>
                    <a:pt x="33792" y="11948"/>
                  </a:cubicBezTo>
                  <a:cubicBezTo>
                    <a:pt x="38618" y="15250"/>
                    <a:pt x="42428" y="18298"/>
                    <a:pt x="45984" y="21854"/>
                  </a:cubicBezTo>
                  <a:cubicBezTo>
                    <a:pt x="46111" y="21981"/>
                    <a:pt x="46238" y="22108"/>
                    <a:pt x="46365" y="22235"/>
                  </a:cubicBezTo>
                  <a:cubicBezTo>
                    <a:pt x="49540" y="25791"/>
                    <a:pt x="52334" y="29474"/>
                    <a:pt x="55382" y="34300"/>
                  </a:cubicBezTo>
                  <a:cubicBezTo>
                    <a:pt x="55509" y="34427"/>
                    <a:pt x="55636" y="34681"/>
                    <a:pt x="55636" y="34808"/>
                  </a:cubicBezTo>
                  <a:cubicBezTo>
                    <a:pt x="58049" y="39634"/>
                    <a:pt x="59954" y="44587"/>
                    <a:pt x="61478" y="49413"/>
                  </a:cubicBezTo>
                  <a:cubicBezTo>
                    <a:pt x="61478" y="49540"/>
                    <a:pt x="61605" y="49794"/>
                    <a:pt x="61605" y="49921"/>
                  </a:cubicBezTo>
                  <a:cubicBezTo>
                    <a:pt x="62875" y="56017"/>
                    <a:pt x="63383" y="60970"/>
                    <a:pt x="63383" y="66939"/>
                  </a:cubicBezTo>
                  <a:cubicBezTo>
                    <a:pt x="63383" y="70495"/>
                    <a:pt x="60589" y="73416"/>
                    <a:pt x="57160" y="73416"/>
                  </a:cubicBezTo>
                  <a:cubicBezTo>
                    <a:pt x="53731" y="73416"/>
                    <a:pt x="50683" y="70622"/>
                    <a:pt x="50683" y="6719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63588" y="262272"/>
              <a:ext cx="49172" cy="62761"/>
            </a:xfrm>
            <a:custGeom>
              <a:avLst/>
              <a:gdLst/>
              <a:ahLst/>
              <a:cxnLst/>
              <a:rect r="r" b="b" t="t" l="l"/>
              <a:pathLst>
                <a:path h="62761" w="49172">
                  <a:moveTo>
                    <a:pt x="45505" y="12048"/>
                  </a:moveTo>
                  <a:cubicBezTo>
                    <a:pt x="38393" y="15350"/>
                    <a:pt x="35345" y="17255"/>
                    <a:pt x="31789" y="19795"/>
                  </a:cubicBezTo>
                  <a:lnTo>
                    <a:pt x="28106" y="14588"/>
                  </a:lnTo>
                  <a:lnTo>
                    <a:pt x="32170" y="19541"/>
                  </a:lnTo>
                  <a:cubicBezTo>
                    <a:pt x="29122" y="22081"/>
                    <a:pt x="26709" y="24367"/>
                    <a:pt x="21756" y="30082"/>
                  </a:cubicBezTo>
                  <a:lnTo>
                    <a:pt x="16930" y="26018"/>
                  </a:lnTo>
                  <a:lnTo>
                    <a:pt x="22264" y="29574"/>
                  </a:lnTo>
                  <a:cubicBezTo>
                    <a:pt x="20232" y="32622"/>
                    <a:pt x="18327" y="35924"/>
                    <a:pt x="16549" y="39607"/>
                  </a:cubicBezTo>
                  <a:lnTo>
                    <a:pt x="10834" y="36940"/>
                  </a:lnTo>
                  <a:lnTo>
                    <a:pt x="16803" y="39226"/>
                  </a:lnTo>
                  <a:cubicBezTo>
                    <a:pt x="15533" y="42528"/>
                    <a:pt x="14390" y="46084"/>
                    <a:pt x="13501" y="49894"/>
                  </a:cubicBezTo>
                  <a:lnTo>
                    <a:pt x="7278" y="48497"/>
                  </a:lnTo>
                  <a:lnTo>
                    <a:pt x="13628" y="49259"/>
                  </a:lnTo>
                  <a:lnTo>
                    <a:pt x="12739" y="57133"/>
                  </a:lnTo>
                  <a:cubicBezTo>
                    <a:pt x="12358" y="60689"/>
                    <a:pt x="9183" y="63102"/>
                    <a:pt x="5627" y="62721"/>
                  </a:cubicBezTo>
                  <a:cubicBezTo>
                    <a:pt x="2071" y="62340"/>
                    <a:pt x="-342" y="59165"/>
                    <a:pt x="39" y="55609"/>
                  </a:cubicBezTo>
                  <a:lnTo>
                    <a:pt x="928" y="47735"/>
                  </a:lnTo>
                  <a:cubicBezTo>
                    <a:pt x="928" y="47481"/>
                    <a:pt x="1055" y="47227"/>
                    <a:pt x="1055" y="46973"/>
                  </a:cubicBezTo>
                  <a:cubicBezTo>
                    <a:pt x="2071" y="42528"/>
                    <a:pt x="3341" y="38464"/>
                    <a:pt x="4865" y="34527"/>
                  </a:cubicBezTo>
                  <a:cubicBezTo>
                    <a:pt x="4865" y="34400"/>
                    <a:pt x="4992" y="34273"/>
                    <a:pt x="4992" y="34146"/>
                  </a:cubicBezTo>
                  <a:cubicBezTo>
                    <a:pt x="7024" y="29828"/>
                    <a:pt x="9183" y="26018"/>
                    <a:pt x="11723" y="22335"/>
                  </a:cubicBezTo>
                  <a:cubicBezTo>
                    <a:pt x="11850" y="22081"/>
                    <a:pt x="11977" y="21954"/>
                    <a:pt x="12104" y="21827"/>
                  </a:cubicBezTo>
                  <a:cubicBezTo>
                    <a:pt x="17311" y="15604"/>
                    <a:pt x="20359" y="12683"/>
                    <a:pt x="24042" y="9635"/>
                  </a:cubicBezTo>
                  <a:cubicBezTo>
                    <a:pt x="24169" y="9508"/>
                    <a:pt x="24296" y="9381"/>
                    <a:pt x="24423" y="9381"/>
                  </a:cubicBezTo>
                  <a:cubicBezTo>
                    <a:pt x="28741" y="6333"/>
                    <a:pt x="32424" y="4174"/>
                    <a:pt x="40044" y="618"/>
                  </a:cubicBezTo>
                  <a:cubicBezTo>
                    <a:pt x="43219" y="-906"/>
                    <a:pt x="47029" y="491"/>
                    <a:pt x="48553" y="3666"/>
                  </a:cubicBezTo>
                  <a:cubicBezTo>
                    <a:pt x="50077" y="6841"/>
                    <a:pt x="48680" y="10651"/>
                    <a:pt x="45505" y="1217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63484" y="348853"/>
              <a:ext cx="12859" cy="15018"/>
            </a:xfrm>
            <a:custGeom>
              <a:avLst/>
              <a:gdLst/>
              <a:ahLst/>
              <a:cxnLst/>
              <a:rect r="r" b="b" t="t" l="l"/>
              <a:pathLst>
                <a:path h="15018" w="12859">
                  <a:moveTo>
                    <a:pt x="12716" y="5985"/>
                  </a:moveTo>
                  <a:lnTo>
                    <a:pt x="12843" y="8271"/>
                  </a:lnTo>
                  <a:cubicBezTo>
                    <a:pt x="13097" y="11827"/>
                    <a:pt x="10303" y="14748"/>
                    <a:pt x="6874" y="15002"/>
                  </a:cubicBezTo>
                  <a:cubicBezTo>
                    <a:pt x="3445" y="15256"/>
                    <a:pt x="397" y="12462"/>
                    <a:pt x="143" y="9033"/>
                  </a:cubicBezTo>
                  <a:lnTo>
                    <a:pt x="16" y="6747"/>
                  </a:lnTo>
                  <a:cubicBezTo>
                    <a:pt x="-238" y="3191"/>
                    <a:pt x="2556" y="270"/>
                    <a:pt x="5985" y="16"/>
                  </a:cubicBezTo>
                  <a:cubicBezTo>
                    <a:pt x="9414" y="-238"/>
                    <a:pt x="12462" y="2556"/>
                    <a:pt x="12716" y="598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219545" y="121680"/>
              <a:ext cx="47014" cy="24027"/>
            </a:xfrm>
            <a:custGeom>
              <a:avLst/>
              <a:gdLst/>
              <a:ahLst/>
              <a:cxnLst/>
              <a:rect r="r" b="b" t="t" l="l"/>
              <a:pathLst>
                <a:path h="24027" w="47014">
                  <a:moveTo>
                    <a:pt x="43726" y="11924"/>
                  </a:moveTo>
                  <a:cubicBezTo>
                    <a:pt x="32296" y="18528"/>
                    <a:pt x="20104" y="22592"/>
                    <a:pt x="7023" y="23989"/>
                  </a:cubicBezTo>
                  <a:cubicBezTo>
                    <a:pt x="3467" y="24370"/>
                    <a:pt x="419" y="21830"/>
                    <a:pt x="38" y="18274"/>
                  </a:cubicBezTo>
                  <a:cubicBezTo>
                    <a:pt x="-343" y="14718"/>
                    <a:pt x="2197" y="11670"/>
                    <a:pt x="5753" y="11289"/>
                  </a:cubicBezTo>
                  <a:cubicBezTo>
                    <a:pt x="17056" y="10146"/>
                    <a:pt x="27597" y="6590"/>
                    <a:pt x="37376" y="875"/>
                  </a:cubicBezTo>
                  <a:cubicBezTo>
                    <a:pt x="40424" y="-903"/>
                    <a:pt x="44361" y="113"/>
                    <a:pt x="46139" y="3161"/>
                  </a:cubicBezTo>
                  <a:cubicBezTo>
                    <a:pt x="47917" y="6209"/>
                    <a:pt x="46901" y="10146"/>
                    <a:pt x="43853" y="1192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128393" y="107950"/>
              <a:ext cx="138438" cy="13843"/>
            </a:xfrm>
            <a:custGeom>
              <a:avLst/>
              <a:gdLst/>
              <a:ahLst/>
              <a:cxnLst/>
              <a:rect r="r" b="b" t="t" l="l"/>
              <a:pathLst>
                <a:path h="13843" w="138438">
                  <a:moveTo>
                    <a:pt x="132084" y="12700"/>
                  </a:moveTo>
                  <a:lnTo>
                    <a:pt x="6481" y="13843"/>
                  </a:lnTo>
                  <a:cubicBezTo>
                    <a:pt x="2925" y="13843"/>
                    <a:pt x="131" y="11049"/>
                    <a:pt x="4" y="7493"/>
                  </a:cubicBezTo>
                  <a:cubicBezTo>
                    <a:pt x="-123" y="3937"/>
                    <a:pt x="2798" y="1143"/>
                    <a:pt x="6354" y="1016"/>
                  </a:cubicBezTo>
                  <a:lnTo>
                    <a:pt x="131957" y="0"/>
                  </a:lnTo>
                  <a:cubicBezTo>
                    <a:pt x="135513" y="0"/>
                    <a:pt x="138307" y="2794"/>
                    <a:pt x="138434" y="6350"/>
                  </a:cubicBezTo>
                  <a:cubicBezTo>
                    <a:pt x="138561" y="9906"/>
                    <a:pt x="135640" y="12700"/>
                    <a:pt x="132084" y="1282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253873" y="70485"/>
              <a:ext cx="12827" cy="64008"/>
            </a:xfrm>
            <a:custGeom>
              <a:avLst/>
              <a:gdLst/>
              <a:ahLst/>
              <a:cxnLst/>
              <a:rect r="r" b="b" t="t" l="l"/>
              <a:pathLst>
                <a:path h="64008" w="12827">
                  <a:moveTo>
                    <a:pt x="12827" y="6350"/>
                  </a:moveTo>
                  <a:lnTo>
                    <a:pt x="12700" y="57658"/>
                  </a:lnTo>
                  <a:cubicBezTo>
                    <a:pt x="12700" y="61214"/>
                    <a:pt x="9779" y="64008"/>
                    <a:pt x="6350" y="64008"/>
                  </a:cubicBezTo>
                  <a:cubicBezTo>
                    <a:pt x="2921" y="64008"/>
                    <a:pt x="0" y="61087"/>
                    <a:pt x="0" y="57658"/>
                  </a:cubicBezTo>
                  <a:lnTo>
                    <a:pt x="127" y="6350"/>
                  </a:lnTo>
                  <a:cubicBezTo>
                    <a:pt x="127" y="2794"/>
                    <a:pt x="3048" y="0"/>
                    <a:pt x="6477" y="0"/>
                  </a:cubicBezTo>
                  <a:cubicBezTo>
                    <a:pt x="9906" y="0"/>
                    <a:pt x="12827" y="2921"/>
                    <a:pt x="12827" y="63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128524" y="104394"/>
              <a:ext cx="13081" cy="30226"/>
            </a:xfrm>
            <a:custGeom>
              <a:avLst/>
              <a:gdLst/>
              <a:ahLst/>
              <a:cxnLst/>
              <a:rect r="r" b="b" t="t" l="l"/>
              <a:pathLst>
                <a:path h="30226" w="13081">
                  <a:moveTo>
                    <a:pt x="254" y="23876"/>
                  </a:moveTo>
                  <a:lnTo>
                    <a:pt x="0" y="6477"/>
                  </a:lnTo>
                  <a:cubicBezTo>
                    <a:pt x="0" y="2921"/>
                    <a:pt x="2794" y="0"/>
                    <a:pt x="6350" y="0"/>
                  </a:cubicBezTo>
                  <a:cubicBezTo>
                    <a:pt x="9906" y="0"/>
                    <a:pt x="12827" y="2794"/>
                    <a:pt x="12827" y="6350"/>
                  </a:cubicBezTo>
                  <a:lnTo>
                    <a:pt x="13081" y="23749"/>
                  </a:lnTo>
                  <a:cubicBezTo>
                    <a:pt x="13081" y="27305"/>
                    <a:pt x="10287" y="30226"/>
                    <a:pt x="6731" y="30226"/>
                  </a:cubicBezTo>
                  <a:cubicBezTo>
                    <a:pt x="3175" y="30226"/>
                    <a:pt x="254" y="27432"/>
                    <a:pt x="254" y="2387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128520" y="70100"/>
              <a:ext cx="13343" cy="46998"/>
            </a:xfrm>
            <a:custGeom>
              <a:avLst/>
              <a:gdLst/>
              <a:ahLst/>
              <a:cxnLst/>
              <a:rect r="r" b="b" t="t" l="l"/>
              <a:pathLst>
                <a:path h="46998" w="13343">
                  <a:moveTo>
                    <a:pt x="4" y="40517"/>
                  </a:moveTo>
                  <a:lnTo>
                    <a:pt x="639" y="6227"/>
                  </a:lnTo>
                  <a:cubicBezTo>
                    <a:pt x="766" y="2671"/>
                    <a:pt x="3560" y="-123"/>
                    <a:pt x="7116" y="4"/>
                  </a:cubicBezTo>
                  <a:cubicBezTo>
                    <a:pt x="10672" y="131"/>
                    <a:pt x="13466" y="2925"/>
                    <a:pt x="13339" y="6481"/>
                  </a:cubicBezTo>
                  <a:lnTo>
                    <a:pt x="12704" y="40771"/>
                  </a:lnTo>
                  <a:cubicBezTo>
                    <a:pt x="12577" y="44327"/>
                    <a:pt x="9783" y="47121"/>
                    <a:pt x="6227" y="46994"/>
                  </a:cubicBezTo>
                  <a:cubicBezTo>
                    <a:pt x="2671" y="46867"/>
                    <a:pt x="-123" y="44073"/>
                    <a:pt x="4" y="4051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163966" y="272678"/>
              <a:ext cx="67037" cy="41510"/>
            </a:xfrm>
            <a:custGeom>
              <a:avLst/>
              <a:gdLst/>
              <a:ahLst/>
              <a:cxnLst/>
              <a:rect r="r" b="b" t="t" l="l"/>
              <a:pathLst>
                <a:path h="41510" w="67037">
                  <a:moveTo>
                    <a:pt x="63618" y="12056"/>
                  </a:moveTo>
                  <a:lnTo>
                    <a:pt x="9389" y="40758"/>
                  </a:lnTo>
                  <a:cubicBezTo>
                    <a:pt x="6341" y="42409"/>
                    <a:pt x="2404" y="41266"/>
                    <a:pt x="753" y="38091"/>
                  </a:cubicBezTo>
                  <a:cubicBezTo>
                    <a:pt x="-898" y="34916"/>
                    <a:pt x="245" y="31106"/>
                    <a:pt x="3420" y="29455"/>
                  </a:cubicBezTo>
                  <a:lnTo>
                    <a:pt x="57649" y="753"/>
                  </a:lnTo>
                  <a:cubicBezTo>
                    <a:pt x="60697" y="-898"/>
                    <a:pt x="64634" y="245"/>
                    <a:pt x="66285" y="3420"/>
                  </a:cubicBezTo>
                  <a:cubicBezTo>
                    <a:pt x="67936" y="6595"/>
                    <a:pt x="66793" y="10405"/>
                    <a:pt x="63618" y="1205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218186" y="272669"/>
              <a:ext cx="12827" cy="41402"/>
            </a:xfrm>
            <a:custGeom>
              <a:avLst/>
              <a:gdLst/>
              <a:ahLst/>
              <a:cxnLst/>
              <a:rect r="r" b="b" t="t" l="l"/>
              <a:pathLst>
                <a:path h="41402" w="12827">
                  <a:moveTo>
                    <a:pt x="127" y="35052"/>
                  </a:move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lnTo>
                    <a:pt x="12827" y="35052"/>
                  </a:lnTo>
                  <a:cubicBezTo>
                    <a:pt x="12827" y="38608"/>
                    <a:pt x="10033" y="41402"/>
                    <a:pt x="6477" y="41402"/>
                  </a:cubicBezTo>
                  <a:cubicBezTo>
                    <a:pt x="2921" y="41402"/>
                    <a:pt x="127" y="38608"/>
                    <a:pt x="127" y="3505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164118" y="272551"/>
              <a:ext cx="66988" cy="41637"/>
            </a:xfrm>
            <a:custGeom>
              <a:avLst/>
              <a:gdLst/>
              <a:ahLst/>
              <a:cxnLst/>
              <a:rect r="r" b="b" t="t" l="l"/>
              <a:pathLst>
                <a:path h="41637" w="66988">
                  <a:moveTo>
                    <a:pt x="57624" y="40885"/>
                  </a:moveTo>
                  <a:lnTo>
                    <a:pt x="3395" y="12056"/>
                  </a:lnTo>
                  <a:cubicBezTo>
                    <a:pt x="347" y="10405"/>
                    <a:pt x="-923" y="6595"/>
                    <a:pt x="728" y="3420"/>
                  </a:cubicBezTo>
                  <a:cubicBezTo>
                    <a:pt x="2379" y="245"/>
                    <a:pt x="6189" y="-898"/>
                    <a:pt x="9364" y="753"/>
                  </a:cubicBezTo>
                  <a:lnTo>
                    <a:pt x="63593" y="29582"/>
                  </a:lnTo>
                  <a:cubicBezTo>
                    <a:pt x="66641" y="31233"/>
                    <a:pt x="67911" y="35043"/>
                    <a:pt x="66260" y="38218"/>
                  </a:cubicBezTo>
                  <a:cubicBezTo>
                    <a:pt x="64609" y="41393"/>
                    <a:pt x="60799" y="42536"/>
                    <a:pt x="57624" y="4088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164084" y="272669"/>
              <a:ext cx="12827" cy="41529"/>
            </a:xfrm>
            <a:custGeom>
              <a:avLst/>
              <a:gdLst/>
              <a:ahLst/>
              <a:cxnLst/>
              <a:rect r="r" b="b" t="t" l="l"/>
              <a:pathLst>
                <a:path h="41529" w="12827">
                  <a:moveTo>
                    <a:pt x="12827" y="6350"/>
                  </a:moveTo>
                  <a:lnTo>
                    <a:pt x="12700" y="35179"/>
                  </a:lnTo>
                  <a:cubicBezTo>
                    <a:pt x="12700" y="38735"/>
                    <a:pt x="9779" y="41529"/>
                    <a:pt x="6350" y="41529"/>
                  </a:cubicBezTo>
                  <a:cubicBezTo>
                    <a:pt x="2921" y="41529"/>
                    <a:pt x="0" y="38608"/>
                    <a:pt x="0" y="35179"/>
                  </a:cubicBezTo>
                  <a:lnTo>
                    <a:pt x="127" y="6350"/>
                  </a:lnTo>
                  <a:cubicBezTo>
                    <a:pt x="127" y="2794"/>
                    <a:pt x="3048" y="0"/>
                    <a:pt x="6477" y="0"/>
                  </a:cubicBezTo>
                  <a:cubicBezTo>
                    <a:pt x="9906" y="0"/>
                    <a:pt x="12827" y="2921"/>
                    <a:pt x="12827" y="63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318897" y="316611"/>
              <a:ext cx="12827" cy="47371"/>
            </a:xfrm>
            <a:custGeom>
              <a:avLst/>
              <a:gdLst/>
              <a:ahLst/>
              <a:cxnLst/>
              <a:rect r="r" b="b" t="t" l="l"/>
              <a:pathLst>
                <a:path h="47371" w="12827">
                  <a:moveTo>
                    <a:pt x="0" y="41021"/>
                  </a:moveTo>
                  <a:lnTo>
                    <a:pt x="127" y="6350"/>
                  </a:lnTo>
                  <a:cubicBezTo>
                    <a:pt x="127" y="2794"/>
                    <a:pt x="3048" y="0"/>
                    <a:pt x="6477" y="0"/>
                  </a:cubicBezTo>
                  <a:cubicBezTo>
                    <a:pt x="9906" y="0"/>
                    <a:pt x="12827" y="2921"/>
                    <a:pt x="12827" y="6350"/>
                  </a:cubicBezTo>
                  <a:lnTo>
                    <a:pt x="12700" y="41021"/>
                  </a:lnTo>
                  <a:cubicBezTo>
                    <a:pt x="12700" y="44577"/>
                    <a:pt x="9779" y="47371"/>
                    <a:pt x="6350" y="47371"/>
                  </a:cubicBezTo>
                  <a:cubicBezTo>
                    <a:pt x="2921" y="47371"/>
                    <a:pt x="0" y="44450"/>
                    <a:pt x="0" y="4102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191242" y="240137"/>
              <a:ext cx="51348" cy="36235"/>
            </a:xfrm>
            <a:custGeom>
              <a:avLst/>
              <a:gdLst/>
              <a:ahLst/>
              <a:cxnLst/>
              <a:rect r="r" b="b" t="t" l="l"/>
              <a:pathLst>
                <a:path h="36235" w="51348">
                  <a:moveTo>
                    <a:pt x="48280" y="11831"/>
                  </a:moveTo>
                  <a:lnTo>
                    <a:pt x="9672" y="35326"/>
                  </a:lnTo>
                  <a:cubicBezTo>
                    <a:pt x="6624" y="37104"/>
                    <a:pt x="2687" y="36215"/>
                    <a:pt x="909" y="33167"/>
                  </a:cubicBezTo>
                  <a:cubicBezTo>
                    <a:pt x="-869" y="30119"/>
                    <a:pt x="20" y="26182"/>
                    <a:pt x="3068" y="24404"/>
                  </a:cubicBezTo>
                  <a:lnTo>
                    <a:pt x="41676" y="909"/>
                  </a:lnTo>
                  <a:cubicBezTo>
                    <a:pt x="44724" y="-869"/>
                    <a:pt x="48661" y="20"/>
                    <a:pt x="50439" y="3068"/>
                  </a:cubicBezTo>
                  <a:cubicBezTo>
                    <a:pt x="52217" y="6116"/>
                    <a:pt x="51328" y="10053"/>
                    <a:pt x="48280" y="1183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63627" y="351282"/>
              <a:ext cx="267970" cy="12827"/>
            </a:xfrm>
            <a:custGeom>
              <a:avLst/>
              <a:gdLst/>
              <a:ahLst/>
              <a:cxnLst/>
              <a:rect r="r" b="b" t="t" l="l"/>
              <a:pathLst>
                <a:path h="12827" w="267970">
                  <a:moveTo>
                    <a:pt x="261620" y="12827"/>
                  </a:moveTo>
                  <a:lnTo>
                    <a:pt x="6350" y="12700"/>
                  </a:lnTo>
                  <a:cubicBezTo>
                    <a:pt x="2794" y="12700"/>
                    <a:pt x="0" y="9779"/>
                    <a:pt x="0" y="6350"/>
                  </a:cubicBezTo>
                  <a:cubicBezTo>
                    <a:pt x="0" y="2921"/>
                    <a:pt x="2921" y="0"/>
                    <a:pt x="6350" y="0"/>
                  </a:cubicBezTo>
                  <a:lnTo>
                    <a:pt x="261620" y="127"/>
                  </a:lnTo>
                  <a:cubicBezTo>
                    <a:pt x="265176" y="127"/>
                    <a:pt x="267970" y="3048"/>
                    <a:pt x="267970" y="6477"/>
                  </a:cubicBezTo>
                  <a:cubicBezTo>
                    <a:pt x="267970" y="9906"/>
                    <a:pt x="265049" y="12827"/>
                    <a:pt x="261620" y="1282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63500" y="312293"/>
              <a:ext cx="12700" cy="49403"/>
            </a:xfrm>
            <a:custGeom>
              <a:avLst/>
              <a:gdLst/>
              <a:ahLst/>
              <a:cxnLst/>
              <a:rect r="r" b="b" t="t" l="l"/>
              <a:pathLst>
                <a:path h="49403" w="12700">
                  <a:moveTo>
                    <a:pt x="12700" y="6350"/>
                  </a:moveTo>
                  <a:lnTo>
                    <a:pt x="12700" y="43053"/>
                  </a:lnTo>
                  <a:cubicBezTo>
                    <a:pt x="12700" y="46609"/>
                    <a:pt x="9906" y="49403"/>
                    <a:pt x="6350" y="49403"/>
                  </a:cubicBezTo>
                  <a:cubicBezTo>
                    <a:pt x="2794" y="49403"/>
                    <a:pt x="0" y="46609"/>
                    <a:pt x="0" y="4305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191135" y="278257"/>
              <a:ext cx="12700" cy="85852"/>
            </a:xfrm>
            <a:custGeom>
              <a:avLst/>
              <a:gdLst/>
              <a:ahLst/>
              <a:cxnLst/>
              <a:rect r="r" b="b" t="t" l="l"/>
              <a:pathLst>
                <a:path h="85852" w="12700">
                  <a:moveTo>
                    <a:pt x="0" y="79502"/>
                  </a:move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lnTo>
                    <a:pt x="12700" y="79502"/>
                  </a:lnTo>
                  <a:cubicBezTo>
                    <a:pt x="12700" y="83058"/>
                    <a:pt x="9906" y="85852"/>
                    <a:pt x="6350" y="85852"/>
                  </a:cubicBezTo>
                  <a:cubicBezTo>
                    <a:pt x="2794" y="85852"/>
                    <a:pt x="0" y="83058"/>
                    <a:pt x="0" y="7950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191135" y="263652"/>
              <a:ext cx="12827" cy="27305"/>
            </a:xfrm>
            <a:custGeom>
              <a:avLst/>
              <a:gdLst/>
              <a:ahLst/>
              <a:cxnLst/>
              <a:rect r="r" b="b" t="t" l="l"/>
              <a:pathLst>
                <a:path h="27305" w="12827">
                  <a:moveTo>
                    <a:pt x="0" y="20955"/>
                  </a:moveTo>
                  <a:lnTo>
                    <a:pt x="127" y="6350"/>
                  </a:lnTo>
                  <a:cubicBezTo>
                    <a:pt x="127" y="2794"/>
                    <a:pt x="3048" y="0"/>
                    <a:pt x="6477" y="0"/>
                  </a:cubicBezTo>
                  <a:cubicBezTo>
                    <a:pt x="9906" y="0"/>
                    <a:pt x="12827" y="2921"/>
                    <a:pt x="12827" y="6350"/>
                  </a:cubicBezTo>
                  <a:lnTo>
                    <a:pt x="12700" y="20955"/>
                  </a:lnTo>
                  <a:cubicBezTo>
                    <a:pt x="12700" y="24511"/>
                    <a:pt x="9779" y="27305"/>
                    <a:pt x="6350" y="27305"/>
                  </a:cubicBezTo>
                  <a:cubicBezTo>
                    <a:pt x="2921" y="27305"/>
                    <a:pt x="0" y="24384"/>
                    <a:pt x="0" y="2095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99939" y="240020"/>
              <a:ext cx="65171" cy="34945"/>
            </a:xfrm>
            <a:custGeom>
              <a:avLst/>
              <a:gdLst/>
              <a:ahLst/>
              <a:cxnLst/>
              <a:rect r="r" b="b" t="t" l="l"/>
              <a:pathLst>
                <a:path h="34945" w="65171">
                  <a:moveTo>
                    <a:pt x="61224" y="12329"/>
                  </a:moveTo>
                  <a:lnTo>
                    <a:pt x="8900" y="34427"/>
                  </a:lnTo>
                  <a:cubicBezTo>
                    <a:pt x="5598" y="35824"/>
                    <a:pt x="1915" y="34300"/>
                    <a:pt x="518" y="30998"/>
                  </a:cubicBezTo>
                  <a:cubicBezTo>
                    <a:pt x="-879" y="27696"/>
                    <a:pt x="645" y="24013"/>
                    <a:pt x="3947" y="22616"/>
                  </a:cubicBezTo>
                  <a:lnTo>
                    <a:pt x="56271" y="518"/>
                  </a:lnTo>
                  <a:cubicBezTo>
                    <a:pt x="59573" y="-879"/>
                    <a:pt x="63256" y="645"/>
                    <a:pt x="64653" y="3947"/>
                  </a:cubicBezTo>
                  <a:cubicBezTo>
                    <a:pt x="66050" y="7249"/>
                    <a:pt x="64526" y="10932"/>
                    <a:pt x="61224" y="1232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152380" y="240137"/>
              <a:ext cx="51602" cy="36235"/>
            </a:xfrm>
            <a:custGeom>
              <a:avLst/>
              <a:gdLst/>
              <a:ahLst/>
              <a:cxnLst/>
              <a:rect r="r" b="b" t="t" l="l"/>
              <a:pathLst>
                <a:path h="36235" w="51602">
                  <a:moveTo>
                    <a:pt x="41930" y="35326"/>
                  </a:moveTo>
                  <a:lnTo>
                    <a:pt x="3068" y="11831"/>
                  </a:lnTo>
                  <a:cubicBezTo>
                    <a:pt x="20" y="10053"/>
                    <a:pt x="-869" y="6116"/>
                    <a:pt x="909" y="3068"/>
                  </a:cubicBezTo>
                  <a:cubicBezTo>
                    <a:pt x="2687" y="20"/>
                    <a:pt x="6624" y="-869"/>
                    <a:pt x="9672" y="909"/>
                  </a:cubicBezTo>
                  <a:lnTo>
                    <a:pt x="48534" y="24404"/>
                  </a:lnTo>
                  <a:cubicBezTo>
                    <a:pt x="51582" y="26182"/>
                    <a:pt x="52471" y="30119"/>
                    <a:pt x="50693" y="33167"/>
                  </a:cubicBezTo>
                  <a:cubicBezTo>
                    <a:pt x="48915" y="36215"/>
                    <a:pt x="44978" y="37104"/>
                    <a:pt x="41930" y="3532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159063" y="132393"/>
              <a:ext cx="73259" cy="15058"/>
            </a:xfrm>
            <a:custGeom>
              <a:avLst/>
              <a:gdLst/>
              <a:ahLst/>
              <a:cxnLst/>
              <a:rect r="r" b="b" t="t" l="l"/>
              <a:pathLst>
                <a:path h="15058" w="73259">
                  <a:moveTo>
                    <a:pt x="67632" y="13276"/>
                  </a:moveTo>
                  <a:cubicBezTo>
                    <a:pt x="47947" y="15689"/>
                    <a:pt x="27246" y="15816"/>
                    <a:pt x="5402" y="12641"/>
                  </a:cubicBezTo>
                  <a:cubicBezTo>
                    <a:pt x="1973" y="12133"/>
                    <a:pt x="-440" y="8831"/>
                    <a:pt x="68" y="5402"/>
                  </a:cubicBezTo>
                  <a:cubicBezTo>
                    <a:pt x="576" y="1973"/>
                    <a:pt x="3878" y="-440"/>
                    <a:pt x="7307" y="68"/>
                  </a:cubicBezTo>
                  <a:cubicBezTo>
                    <a:pt x="27881" y="3116"/>
                    <a:pt x="47439" y="2989"/>
                    <a:pt x="66108" y="703"/>
                  </a:cubicBezTo>
                  <a:cubicBezTo>
                    <a:pt x="69664" y="322"/>
                    <a:pt x="72839" y="2735"/>
                    <a:pt x="73220" y="6291"/>
                  </a:cubicBezTo>
                  <a:cubicBezTo>
                    <a:pt x="73601" y="9847"/>
                    <a:pt x="71188" y="13022"/>
                    <a:pt x="67632" y="1340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128829" y="121590"/>
              <a:ext cx="43067" cy="23639"/>
            </a:xfrm>
            <a:custGeom>
              <a:avLst/>
              <a:gdLst/>
              <a:ahLst/>
              <a:cxnLst/>
              <a:rect r="r" b="b" t="t" l="l"/>
              <a:pathLst>
                <a:path h="23639" w="43067">
                  <a:moveTo>
                    <a:pt x="35636" y="23444"/>
                  </a:moveTo>
                  <a:cubicBezTo>
                    <a:pt x="24079" y="21793"/>
                    <a:pt x="13157" y="17856"/>
                    <a:pt x="3124" y="11887"/>
                  </a:cubicBezTo>
                  <a:cubicBezTo>
                    <a:pt x="76" y="10109"/>
                    <a:pt x="-940" y="6172"/>
                    <a:pt x="965" y="3124"/>
                  </a:cubicBezTo>
                  <a:cubicBezTo>
                    <a:pt x="2870" y="76"/>
                    <a:pt x="6680" y="-940"/>
                    <a:pt x="9728" y="965"/>
                  </a:cubicBezTo>
                  <a:cubicBezTo>
                    <a:pt x="18364" y="6172"/>
                    <a:pt x="27635" y="9474"/>
                    <a:pt x="37541" y="10871"/>
                  </a:cubicBezTo>
                  <a:cubicBezTo>
                    <a:pt x="40970" y="11379"/>
                    <a:pt x="43510" y="14554"/>
                    <a:pt x="43002" y="18110"/>
                  </a:cubicBezTo>
                  <a:cubicBezTo>
                    <a:pt x="42494" y="21666"/>
                    <a:pt x="39319" y="24079"/>
                    <a:pt x="35763" y="2357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229987" y="240274"/>
              <a:ext cx="51328" cy="28595"/>
            </a:xfrm>
            <a:custGeom>
              <a:avLst/>
              <a:gdLst/>
              <a:ahLst/>
              <a:cxnLst/>
              <a:rect r="r" b="b" t="t" l="l"/>
              <a:pathLst>
                <a:path h="28595" w="51328">
                  <a:moveTo>
                    <a:pt x="42428" y="28077"/>
                  </a:moveTo>
                  <a:lnTo>
                    <a:pt x="3947" y="12329"/>
                  </a:lnTo>
                  <a:cubicBezTo>
                    <a:pt x="645" y="10932"/>
                    <a:pt x="-879" y="7249"/>
                    <a:pt x="518" y="3947"/>
                  </a:cubicBezTo>
                  <a:cubicBezTo>
                    <a:pt x="1915" y="645"/>
                    <a:pt x="5598" y="-879"/>
                    <a:pt x="8900" y="518"/>
                  </a:cubicBezTo>
                  <a:lnTo>
                    <a:pt x="47381" y="16266"/>
                  </a:lnTo>
                  <a:cubicBezTo>
                    <a:pt x="50683" y="17663"/>
                    <a:pt x="52207" y="21346"/>
                    <a:pt x="50810" y="24648"/>
                  </a:cubicBezTo>
                  <a:cubicBezTo>
                    <a:pt x="49413" y="27950"/>
                    <a:pt x="45730" y="29474"/>
                    <a:pt x="42428" y="2807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grpSp>
        <p:nvGrpSpPr>
          <p:cNvPr name="Group 100" id="100"/>
          <p:cNvGrpSpPr>
            <a:grpSpLocks noChangeAspect="true"/>
          </p:cNvGrpSpPr>
          <p:nvPr/>
        </p:nvGrpSpPr>
        <p:grpSpPr>
          <a:xfrm rot="0">
            <a:off x="4835804" y="4530766"/>
            <a:ext cx="427006" cy="427463"/>
            <a:chOff x="0" y="0"/>
            <a:chExt cx="426999" cy="42745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63864" y="139029"/>
              <a:ext cx="42049" cy="112807"/>
            </a:xfrm>
            <a:custGeom>
              <a:avLst/>
              <a:gdLst/>
              <a:ahLst/>
              <a:cxnLst/>
              <a:rect r="r" b="b" t="t" l="l"/>
              <a:pathLst>
                <a:path h="112807" w="42049">
                  <a:moveTo>
                    <a:pt x="30116" y="109764"/>
                  </a:moveTo>
                  <a:cubicBezTo>
                    <a:pt x="23893" y="98207"/>
                    <a:pt x="18686" y="86650"/>
                    <a:pt x="13606" y="73569"/>
                  </a:cubicBezTo>
                  <a:cubicBezTo>
                    <a:pt x="13606" y="73442"/>
                    <a:pt x="13479" y="73315"/>
                    <a:pt x="13479" y="73188"/>
                  </a:cubicBezTo>
                  <a:cubicBezTo>
                    <a:pt x="9669" y="61377"/>
                    <a:pt x="5986" y="47407"/>
                    <a:pt x="3065" y="33310"/>
                  </a:cubicBezTo>
                  <a:cubicBezTo>
                    <a:pt x="3065" y="33183"/>
                    <a:pt x="3065" y="33056"/>
                    <a:pt x="3065" y="33056"/>
                  </a:cubicBezTo>
                  <a:cubicBezTo>
                    <a:pt x="1795" y="24801"/>
                    <a:pt x="779" y="16038"/>
                    <a:pt x="17" y="6894"/>
                  </a:cubicBezTo>
                  <a:cubicBezTo>
                    <a:pt x="-237" y="3465"/>
                    <a:pt x="2303" y="417"/>
                    <a:pt x="5732" y="36"/>
                  </a:cubicBezTo>
                  <a:cubicBezTo>
                    <a:pt x="9161" y="-345"/>
                    <a:pt x="12209" y="2322"/>
                    <a:pt x="12590" y="5751"/>
                  </a:cubicBezTo>
                  <a:cubicBezTo>
                    <a:pt x="13352" y="14641"/>
                    <a:pt x="14241" y="23023"/>
                    <a:pt x="15511" y="31024"/>
                  </a:cubicBezTo>
                  <a:lnTo>
                    <a:pt x="9288" y="32040"/>
                  </a:lnTo>
                  <a:lnTo>
                    <a:pt x="15511" y="30770"/>
                  </a:lnTo>
                  <a:cubicBezTo>
                    <a:pt x="18305" y="44486"/>
                    <a:pt x="21861" y="57948"/>
                    <a:pt x="25544" y="69251"/>
                  </a:cubicBezTo>
                  <a:lnTo>
                    <a:pt x="19575" y="71156"/>
                  </a:lnTo>
                  <a:lnTo>
                    <a:pt x="25417" y="68870"/>
                  </a:lnTo>
                  <a:cubicBezTo>
                    <a:pt x="30243" y="81443"/>
                    <a:pt x="35323" y="92492"/>
                    <a:pt x="41292" y="103541"/>
                  </a:cubicBezTo>
                  <a:cubicBezTo>
                    <a:pt x="42943" y="106589"/>
                    <a:pt x="41800" y="110399"/>
                    <a:pt x="38752" y="112050"/>
                  </a:cubicBezTo>
                  <a:cubicBezTo>
                    <a:pt x="35704" y="113701"/>
                    <a:pt x="31894" y="112558"/>
                    <a:pt x="30243" y="10951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93137" y="239314"/>
              <a:ext cx="123804" cy="95074"/>
            </a:xfrm>
            <a:custGeom>
              <a:avLst/>
              <a:gdLst/>
              <a:ahLst/>
              <a:cxnLst/>
              <a:rect r="r" b="b" t="t" l="l"/>
              <a:pathLst>
                <a:path h="95074" w="123804">
                  <a:moveTo>
                    <a:pt x="120731" y="85171"/>
                  </a:moveTo>
                  <a:cubicBezTo>
                    <a:pt x="111968" y="90632"/>
                    <a:pt x="107777" y="92918"/>
                    <a:pt x="102951" y="94569"/>
                  </a:cubicBezTo>
                  <a:cubicBezTo>
                    <a:pt x="102570" y="94696"/>
                    <a:pt x="102316" y="94823"/>
                    <a:pt x="101935" y="94823"/>
                  </a:cubicBezTo>
                  <a:cubicBezTo>
                    <a:pt x="99395" y="95204"/>
                    <a:pt x="96474" y="95204"/>
                    <a:pt x="93045" y="94442"/>
                  </a:cubicBezTo>
                  <a:cubicBezTo>
                    <a:pt x="92664" y="94315"/>
                    <a:pt x="92283" y="94188"/>
                    <a:pt x="91902" y="94061"/>
                  </a:cubicBezTo>
                  <a:cubicBezTo>
                    <a:pt x="87203" y="92029"/>
                    <a:pt x="70947" y="81869"/>
                    <a:pt x="60025" y="74249"/>
                  </a:cubicBezTo>
                  <a:cubicBezTo>
                    <a:pt x="59898" y="74122"/>
                    <a:pt x="59898" y="74122"/>
                    <a:pt x="59771" y="73995"/>
                  </a:cubicBezTo>
                  <a:cubicBezTo>
                    <a:pt x="49103" y="65613"/>
                    <a:pt x="39070" y="56723"/>
                    <a:pt x="29926" y="47833"/>
                  </a:cubicBezTo>
                  <a:cubicBezTo>
                    <a:pt x="29799" y="47706"/>
                    <a:pt x="29799" y="47706"/>
                    <a:pt x="29672" y="47579"/>
                  </a:cubicBezTo>
                  <a:cubicBezTo>
                    <a:pt x="21798" y="38816"/>
                    <a:pt x="14686" y="29926"/>
                    <a:pt x="7066" y="19385"/>
                  </a:cubicBezTo>
                  <a:cubicBezTo>
                    <a:pt x="6939" y="19258"/>
                    <a:pt x="6939" y="19131"/>
                    <a:pt x="6812" y="19131"/>
                  </a:cubicBezTo>
                  <a:lnTo>
                    <a:pt x="970" y="9733"/>
                  </a:lnTo>
                  <a:cubicBezTo>
                    <a:pt x="-935" y="6812"/>
                    <a:pt x="81" y="2875"/>
                    <a:pt x="3002" y="970"/>
                  </a:cubicBezTo>
                  <a:cubicBezTo>
                    <a:pt x="5923" y="-935"/>
                    <a:pt x="9860" y="81"/>
                    <a:pt x="11765" y="3002"/>
                  </a:cubicBezTo>
                  <a:lnTo>
                    <a:pt x="17607" y="12400"/>
                  </a:lnTo>
                  <a:lnTo>
                    <a:pt x="12273" y="15702"/>
                  </a:lnTo>
                  <a:lnTo>
                    <a:pt x="17480" y="12019"/>
                  </a:lnTo>
                  <a:cubicBezTo>
                    <a:pt x="24719" y="22306"/>
                    <a:pt x="31577" y="30688"/>
                    <a:pt x="39070" y="39070"/>
                  </a:cubicBezTo>
                  <a:lnTo>
                    <a:pt x="34371" y="43261"/>
                  </a:lnTo>
                  <a:lnTo>
                    <a:pt x="38816" y="38689"/>
                  </a:lnTo>
                  <a:cubicBezTo>
                    <a:pt x="47579" y="47198"/>
                    <a:pt x="57358" y="55834"/>
                    <a:pt x="67645" y="63835"/>
                  </a:cubicBezTo>
                  <a:lnTo>
                    <a:pt x="63708" y="68788"/>
                  </a:lnTo>
                  <a:lnTo>
                    <a:pt x="67391" y="63581"/>
                  </a:lnTo>
                  <a:cubicBezTo>
                    <a:pt x="78313" y="71201"/>
                    <a:pt x="93680" y="80726"/>
                    <a:pt x="97236" y="82250"/>
                  </a:cubicBezTo>
                  <a:lnTo>
                    <a:pt x="94696" y="87965"/>
                  </a:lnTo>
                  <a:lnTo>
                    <a:pt x="96093" y="81869"/>
                  </a:lnTo>
                  <a:cubicBezTo>
                    <a:pt x="97998" y="82250"/>
                    <a:pt x="99268" y="82250"/>
                    <a:pt x="99903" y="82123"/>
                  </a:cubicBezTo>
                  <a:lnTo>
                    <a:pt x="101046" y="88346"/>
                  </a:lnTo>
                  <a:lnTo>
                    <a:pt x="99014" y="82377"/>
                  </a:lnTo>
                  <a:cubicBezTo>
                    <a:pt x="102316" y="81234"/>
                    <a:pt x="105364" y="79583"/>
                    <a:pt x="114254" y="74122"/>
                  </a:cubicBezTo>
                  <a:cubicBezTo>
                    <a:pt x="117175" y="72344"/>
                    <a:pt x="121112" y="73233"/>
                    <a:pt x="122890" y="76154"/>
                  </a:cubicBezTo>
                  <a:cubicBezTo>
                    <a:pt x="124668" y="79075"/>
                    <a:pt x="123779" y="83012"/>
                    <a:pt x="120858" y="8479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319278" y="261747"/>
              <a:ext cx="39079" cy="15838"/>
            </a:xfrm>
            <a:custGeom>
              <a:avLst/>
              <a:gdLst/>
              <a:ahLst/>
              <a:cxnLst/>
              <a:rect r="r" b="b" t="t" l="l"/>
              <a:pathLst>
                <a:path h="15838" w="39079">
                  <a:moveTo>
                    <a:pt x="30099" y="15113"/>
                  </a:moveTo>
                  <a:cubicBezTo>
                    <a:pt x="27178" y="13716"/>
                    <a:pt x="24130" y="12954"/>
                    <a:pt x="19304" y="12700"/>
                  </a:cubicBezTo>
                  <a:lnTo>
                    <a:pt x="19558" y="6350"/>
                  </a:lnTo>
                  <a:lnTo>
                    <a:pt x="19558" y="12700"/>
                  </a:lnTo>
                  <a:lnTo>
                    <a:pt x="6350" y="12700"/>
                  </a:lnTo>
                  <a:cubicBezTo>
                    <a:pt x="2921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lnTo>
                    <a:pt x="19558" y="0"/>
                  </a:lnTo>
                  <a:cubicBezTo>
                    <a:pt x="19685" y="0"/>
                    <a:pt x="19685" y="0"/>
                    <a:pt x="19812" y="0"/>
                  </a:cubicBezTo>
                  <a:cubicBezTo>
                    <a:pt x="26035" y="254"/>
                    <a:pt x="30861" y="1397"/>
                    <a:pt x="35560" y="3810"/>
                  </a:cubicBezTo>
                  <a:cubicBezTo>
                    <a:pt x="38735" y="5334"/>
                    <a:pt x="40005" y="9144"/>
                    <a:pt x="38354" y="12319"/>
                  </a:cubicBezTo>
                  <a:cubicBezTo>
                    <a:pt x="36703" y="15494"/>
                    <a:pt x="33020" y="16764"/>
                    <a:pt x="29845" y="1511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228461" y="261997"/>
              <a:ext cx="32909" cy="14875"/>
            </a:xfrm>
            <a:custGeom>
              <a:avLst/>
              <a:gdLst/>
              <a:ahLst/>
              <a:cxnLst/>
              <a:rect r="r" b="b" t="t" l="l"/>
              <a:pathLst>
                <a:path h="14875" w="32909">
                  <a:moveTo>
                    <a:pt x="26809" y="12450"/>
                  </a:moveTo>
                  <a:cubicBezTo>
                    <a:pt x="12839" y="12704"/>
                    <a:pt x="10807" y="13466"/>
                    <a:pt x="8775" y="14355"/>
                  </a:cubicBezTo>
                  <a:cubicBezTo>
                    <a:pt x="5600" y="15752"/>
                    <a:pt x="1917" y="14228"/>
                    <a:pt x="520" y="11053"/>
                  </a:cubicBezTo>
                  <a:cubicBezTo>
                    <a:pt x="-877" y="7878"/>
                    <a:pt x="647" y="4195"/>
                    <a:pt x="3822" y="2798"/>
                  </a:cubicBezTo>
                  <a:cubicBezTo>
                    <a:pt x="8394" y="893"/>
                    <a:pt x="12585" y="258"/>
                    <a:pt x="26428" y="4"/>
                  </a:cubicBezTo>
                  <a:cubicBezTo>
                    <a:pt x="29857" y="-123"/>
                    <a:pt x="32778" y="2671"/>
                    <a:pt x="32905" y="6227"/>
                  </a:cubicBezTo>
                  <a:cubicBezTo>
                    <a:pt x="33032" y="9783"/>
                    <a:pt x="30238" y="12577"/>
                    <a:pt x="26682" y="1270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345654" y="265009"/>
              <a:ext cx="17693" cy="36743"/>
            </a:xfrm>
            <a:custGeom>
              <a:avLst/>
              <a:gdLst/>
              <a:ahLst/>
              <a:cxnLst/>
              <a:rect r="r" b="b" t="t" l="l"/>
              <a:pathLst>
                <a:path h="36743" w="17693">
                  <a:moveTo>
                    <a:pt x="11597" y="2580"/>
                  </a:moveTo>
                  <a:cubicBezTo>
                    <a:pt x="15026" y="7279"/>
                    <a:pt x="16169" y="9565"/>
                    <a:pt x="17058" y="12867"/>
                  </a:cubicBezTo>
                  <a:cubicBezTo>
                    <a:pt x="17185" y="13248"/>
                    <a:pt x="17185" y="13629"/>
                    <a:pt x="17312" y="14010"/>
                  </a:cubicBezTo>
                  <a:cubicBezTo>
                    <a:pt x="17566" y="16550"/>
                    <a:pt x="17693" y="22138"/>
                    <a:pt x="17693" y="30393"/>
                  </a:cubicBezTo>
                  <a:cubicBezTo>
                    <a:pt x="17693" y="33822"/>
                    <a:pt x="14899" y="36743"/>
                    <a:pt x="11343" y="36743"/>
                  </a:cubicBezTo>
                  <a:cubicBezTo>
                    <a:pt x="7787" y="36743"/>
                    <a:pt x="4993" y="33949"/>
                    <a:pt x="4993" y="30393"/>
                  </a:cubicBezTo>
                  <a:cubicBezTo>
                    <a:pt x="4993" y="21884"/>
                    <a:pt x="4866" y="16931"/>
                    <a:pt x="4739" y="15280"/>
                  </a:cubicBezTo>
                  <a:lnTo>
                    <a:pt x="10962" y="14645"/>
                  </a:lnTo>
                  <a:lnTo>
                    <a:pt x="4866" y="16423"/>
                  </a:lnTo>
                  <a:cubicBezTo>
                    <a:pt x="4485" y="15026"/>
                    <a:pt x="4104" y="14010"/>
                    <a:pt x="1183" y="9946"/>
                  </a:cubicBezTo>
                  <a:cubicBezTo>
                    <a:pt x="-849" y="7152"/>
                    <a:pt x="-214" y="3215"/>
                    <a:pt x="2707" y="1183"/>
                  </a:cubicBezTo>
                  <a:cubicBezTo>
                    <a:pt x="5628" y="-849"/>
                    <a:pt x="9438" y="-214"/>
                    <a:pt x="11470" y="270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246507" y="207216"/>
              <a:ext cx="92600" cy="67231"/>
            </a:xfrm>
            <a:custGeom>
              <a:avLst/>
              <a:gdLst/>
              <a:ahLst/>
              <a:cxnLst/>
              <a:rect r="r" b="b" t="t" l="l"/>
              <a:pathLst>
                <a:path h="67231" w="92600">
                  <a:moveTo>
                    <a:pt x="79883" y="45260"/>
                  </a:moveTo>
                  <a:cubicBezTo>
                    <a:pt x="79629" y="41323"/>
                    <a:pt x="78867" y="37132"/>
                    <a:pt x="77851" y="33830"/>
                  </a:cubicBezTo>
                  <a:lnTo>
                    <a:pt x="83947" y="32052"/>
                  </a:lnTo>
                  <a:lnTo>
                    <a:pt x="78105" y="34592"/>
                  </a:lnTo>
                  <a:cubicBezTo>
                    <a:pt x="76581" y="31036"/>
                    <a:pt x="74930" y="28115"/>
                    <a:pt x="72644" y="24940"/>
                  </a:cubicBezTo>
                  <a:lnTo>
                    <a:pt x="77724" y="21257"/>
                  </a:lnTo>
                  <a:lnTo>
                    <a:pt x="73025" y="25575"/>
                  </a:lnTo>
                  <a:cubicBezTo>
                    <a:pt x="69977" y="22273"/>
                    <a:pt x="67183" y="19733"/>
                    <a:pt x="63881" y="17447"/>
                  </a:cubicBezTo>
                  <a:lnTo>
                    <a:pt x="67564" y="12240"/>
                  </a:lnTo>
                  <a:lnTo>
                    <a:pt x="64516" y="17828"/>
                  </a:lnTo>
                  <a:cubicBezTo>
                    <a:pt x="61087" y="15923"/>
                    <a:pt x="57277" y="14399"/>
                    <a:pt x="53340" y="13256"/>
                  </a:cubicBezTo>
                  <a:lnTo>
                    <a:pt x="55118" y="7160"/>
                  </a:lnTo>
                  <a:lnTo>
                    <a:pt x="54102" y="13383"/>
                  </a:lnTo>
                  <a:cubicBezTo>
                    <a:pt x="50419" y="12748"/>
                    <a:pt x="46355" y="12621"/>
                    <a:pt x="42164" y="12875"/>
                  </a:cubicBezTo>
                  <a:lnTo>
                    <a:pt x="41783" y="6525"/>
                  </a:lnTo>
                  <a:lnTo>
                    <a:pt x="42672" y="12748"/>
                  </a:lnTo>
                  <a:cubicBezTo>
                    <a:pt x="39116" y="13256"/>
                    <a:pt x="35687" y="14145"/>
                    <a:pt x="32131" y="15415"/>
                  </a:cubicBezTo>
                  <a:lnTo>
                    <a:pt x="29972" y="9446"/>
                  </a:lnTo>
                  <a:lnTo>
                    <a:pt x="32766" y="15161"/>
                  </a:lnTo>
                  <a:cubicBezTo>
                    <a:pt x="29210" y="16939"/>
                    <a:pt x="25781" y="19225"/>
                    <a:pt x="22987" y="21384"/>
                  </a:cubicBezTo>
                  <a:lnTo>
                    <a:pt x="19050" y="16431"/>
                  </a:lnTo>
                  <a:lnTo>
                    <a:pt x="23495" y="20876"/>
                  </a:lnTo>
                  <a:cubicBezTo>
                    <a:pt x="20701" y="23670"/>
                    <a:pt x="18415" y="26591"/>
                    <a:pt x="16637" y="29258"/>
                  </a:cubicBezTo>
                  <a:lnTo>
                    <a:pt x="11303" y="25829"/>
                  </a:lnTo>
                  <a:lnTo>
                    <a:pt x="16891" y="28750"/>
                  </a:lnTo>
                  <a:cubicBezTo>
                    <a:pt x="15494" y="31544"/>
                    <a:pt x="14351" y="34338"/>
                    <a:pt x="13462" y="37132"/>
                  </a:cubicBezTo>
                  <a:lnTo>
                    <a:pt x="7493" y="35354"/>
                  </a:lnTo>
                  <a:lnTo>
                    <a:pt x="13716" y="36624"/>
                  </a:lnTo>
                  <a:cubicBezTo>
                    <a:pt x="13081" y="39799"/>
                    <a:pt x="12700" y="44625"/>
                    <a:pt x="12700" y="60881"/>
                  </a:cubicBezTo>
                  <a:cubicBezTo>
                    <a:pt x="12700" y="64310"/>
                    <a:pt x="9906" y="67231"/>
                    <a:pt x="6350" y="67231"/>
                  </a:cubicBezTo>
                  <a:cubicBezTo>
                    <a:pt x="2794" y="67231"/>
                    <a:pt x="0" y="64437"/>
                    <a:pt x="0" y="60881"/>
                  </a:cubicBezTo>
                  <a:cubicBezTo>
                    <a:pt x="0" y="44752"/>
                    <a:pt x="381" y="38656"/>
                    <a:pt x="1397" y="34084"/>
                  </a:cubicBezTo>
                  <a:cubicBezTo>
                    <a:pt x="1397" y="33830"/>
                    <a:pt x="1524" y="33703"/>
                    <a:pt x="1524" y="33449"/>
                  </a:cubicBezTo>
                  <a:cubicBezTo>
                    <a:pt x="2667" y="29893"/>
                    <a:pt x="4064" y="26464"/>
                    <a:pt x="5842" y="23035"/>
                  </a:cubicBezTo>
                  <a:cubicBezTo>
                    <a:pt x="5969" y="22908"/>
                    <a:pt x="6096" y="22654"/>
                    <a:pt x="6096" y="22527"/>
                  </a:cubicBezTo>
                  <a:cubicBezTo>
                    <a:pt x="8382" y="18971"/>
                    <a:pt x="11303" y="15415"/>
                    <a:pt x="14605" y="12113"/>
                  </a:cubicBezTo>
                  <a:cubicBezTo>
                    <a:pt x="14732" y="11986"/>
                    <a:pt x="14986" y="11859"/>
                    <a:pt x="15113" y="11605"/>
                  </a:cubicBezTo>
                  <a:cubicBezTo>
                    <a:pt x="18669" y="8811"/>
                    <a:pt x="22860" y="6017"/>
                    <a:pt x="27305" y="3858"/>
                  </a:cubicBezTo>
                  <a:cubicBezTo>
                    <a:pt x="27559" y="3731"/>
                    <a:pt x="27686" y="3731"/>
                    <a:pt x="27940" y="3604"/>
                  </a:cubicBezTo>
                  <a:cubicBezTo>
                    <a:pt x="32258" y="1953"/>
                    <a:pt x="36576" y="937"/>
                    <a:pt x="40894" y="175"/>
                  </a:cubicBezTo>
                  <a:cubicBezTo>
                    <a:pt x="41021" y="175"/>
                    <a:pt x="41275" y="175"/>
                    <a:pt x="41402" y="175"/>
                  </a:cubicBezTo>
                  <a:cubicBezTo>
                    <a:pt x="46355" y="-206"/>
                    <a:pt x="51435" y="48"/>
                    <a:pt x="56134" y="810"/>
                  </a:cubicBezTo>
                  <a:cubicBezTo>
                    <a:pt x="56388" y="810"/>
                    <a:pt x="56642" y="937"/>
                    <a:pt x="56896" y="937"/>
                  </a:cubicBezTo>
                  <a:cubicBezTo>
                    <a:pt x="61722" y="2334"/>
                    <a:pt x="66294" y="4239"/>
                    <a:pt x="70612" y="6652"/>
                  </a:cubicBezTo>
                  <a:cubicBezTo>
                    <a:pt x="70866" y="6779"/>
                    <a:pt x="70993" y="6906"/>
                    <a:pt x="71247" y="7033"/>
                  </a:cubicBezTo>
                  <a:cubicBezTo>
                    <a:pt x="75184" y="9827"/>
                    <a:pt x="78740" y="12875"/>
                    <a:pt x="82423" y="16939"/>
                  </a:cubicBezTo>
                  <a:cubicBezTo>
                    <a:pt x="82550" y="17066"/>
                    <a:pt x="82677" y="17320"/>
                    <a:pt x="82931" y="17447"/>
                  </a:cubicBezTo>
                  <a:cubicBezTo>
                    <a:pt x="85725" y="21257"/>
                    <a:pt x="87884" y="25067"/>
                    <a:pt x="89789" y="29512"/>
                  </a:cubicBezTo>
                  <a:cubicBezTo>
                    <a:pt x="89916" y="29766"/>
                    <a:pt x="89916" y="30020"/>
                    <a:pt x="90043" y="30147"/>
                  </a:cubicBezTo>
                  <a:cubicBezTo>
                    <a:pt x="91313" y="34338"/>
                    <a:pt x="92202" y="39545"/>
                    <a:pt x="92583" y="44371"/>
                  </a:cubicBezTo>
                  <a:cubicBezTo>
                    <a:pt x="92837" y="47800"/>
                    <a:pt x="90170" y="50848"/>
                    <a:pt x="86741" y="51102"/>
                  </a:cubicBezTo>
                  <a:cubicBezTo>
                    <a:pt x="83312" y="51356"/>
                    <a:pt x="80264" y="48689"/>
                    <a:pt x="80010" y="4526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63500" y="95345"/>
              <a:ext cx="42958" cy="56437"/>
            </a:xfrm>
            <a:custGeom>
              <a:avLst/>
              <a:gdLst/>
              <a:ahLst/>
              <a:cxnLst/>
              <a:rect r="r" b="b" t="t" l="l"/>
              <a:pathLst>
                <a:path h="56437" w="42958">
                  <a:moveTo>
                    <a:pt x="381" y="50451"/>
                  </a:moveTo>
                  <a:cubicBezTo>
                    <a:pt x="-127" y="40926"/>
                    <a:pt x="-127" y="36354"/>
                    <a:pt x="381" y="31655"/>
                  </a:cubicBezTo>
                  <a:cubicBezTo>
                    <a:pt x="381" y="31528"/>
                    <a:pt x="381" y="31401"/>
                    <a:pt x="508" y="31147"/>
                  </a:cubicBezTo>
                  <a:cubicBezTo>
                    <a:pt x="1143" y="27210"/>
                    <a:pt x="2159" y="23908"/>
                    <a:pt x="3937" y="20098"/>
                  </a:cubicBezTo>
                  <a:cubicBezTo>
                    <a:pt x="4064" y="19844"/>
                    <a:pt x="4191" y="19590"/>
                    <a:pt x="4318" y="19336"/>
                  </a:cubicBezTo>
                  <a:cubicBezTo>
                    <a:pt x="5969" y="16542"/>
                    <a:pt x="8509" y="13494"/>
                    <a:pt x="10414" y="11589"/>
                  </a:cubicBezTo>
                  <a:cubicBezTo>
                    <a:pt x="10541" y="11462"/>
                    <a:pt x="10795" y="11335"/>
                    <a:pt x="10922" y="11081"/>
                  </a:cubicBezTo>
                  <a:cubicBezTo>
                    <a:pt x="13970" y="8668"/>
                    <a:pt x="16129" y="7525"/>
                    <a:pt x="19812" y="5747"/>
                  </a:cubicBezTo>
                  <a:cubicBezTo>
                    <a:pt x="19939" y="5620"/>
                    <a:pt x="20066" y="5620"/>
                    <a:pt x="20193" y="5620"/>
                  </a:cubicBezTo>
                  <a:lnTo>
                    <a:pt x="34417" y="413"/>
                  </a:lnTo>
                  <a:cubicBezTo>
                    <a:pt x="37719" y="-857"/>
                    <a:pt x="41275" y="921"/>
                    <a:pt x="42545" y="4096"/>
                  </a:cubicBezTo>
                  <a:cubicBezTo>
                    <a:pt x="43815" y="7271"/>
                    <a:pt x="42037" y="10954"/>
                    <a:pt x="38862" y="12224"/>
                  </a:cubicBezTo>
                  <a:lnTo>
                    <a:pt x="24638" y="17431"/>
                  </a:lnTo>
                  <a:lnTo>
                    <a:pt x="22479" y="11462"/>
                  </a:lnTo>
                  <a:lnTo>
                    <a:pt x="25146" y="17177"/>
                  </a:lnTo>
                  <a:cubicBezTo>
                    <a:pt x="22225" y="18574"/>
                    <a:pt x="20955" y="19209"/>
                    <a:pt x="18669" y="20987"/>
                  </a:cubicBezTo>
                  <a:lnTo>
                    <a:pt x="14859" y="16034"/>
                  </a:lnTo>
                  <a:lnTo>
                    <a:pt x="19304" y="20606"/>
                  </a:lnTo>
                  <a:cubicBezTo>
                    <a:pt x="18161" y="21749"/>
                    <a:pt x="16383" y="23908"/>
                    <a:pt x="15113" y="25940"/>
                  </a:cubicBezTo>
                  <a:lnTo>
                    <a:pt x="9779" y="22638"/>
                  </a:lnTo>
                  <a:lnTo>
                    <a:pt x="15621" y="25178"/>
                  </a:lnTo>
                  <a:cubicBezTo>
                    <a:pt x="14351" y="28099"/>
                    <a:pt x="13589" y="30512"/>
                    <a:pt x="13081" y="33433"/>
                  </a:cubicBezTo>
                  <a:lnTo>
                    <a:pt x="6858" y="32290"/>
                  </a:lnTo>
                  <a:lnTo>
                    <a:pt x="13081" y="32925"/>
                  </a:lnTo>
                  <a:cubicBezTo>
                    <a:pt x="12700" y="36735"/>
                    <a:pt x="12573" y="40672"/>
                    <a:pt x="13081" y="49689"/>
                  </a:cubicBezTo>
                  <a:cubicBezTo>
                    <a:pt x="13335" y="53118"/>
                    <a:pt x="10668" y="56166"/>
                    <a:pt x="7112" y="56420"/>
                  </a:cubicBezTo>
                  <a:cubicBezTo>
                    <a:pt x="3556" y="56674"/>
                    <a:pt x="635" y="54007"/>
                    <a:pt x="381" y="5045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172192" y="63449"/>
              <a:ext cx="37770" cy="15692"/>
            </a:xfrm>
            <a:custGeom>
              <a:avLst/>
              <a:gdLst/>
              <a:ahLst/>
              <a:cxnLst/>
              <a:rect r="r" b="b" t="t" l="l"/>
              <a:pathLst>
                <a:path h="15692" w="37770">
                  <a:moveTo>
                    <a:pt x="4592" y="3226"/>
                  </a:moveTo>
                  <a:cubicBezTo>
                    <a:pt x="13736" y="432"/>
                    <a:pt x="18181" y="-203"/>
                    <a:pt x="21991" y="51"/>
                  </a:cubicBezTo>
                  <a:cubicBezTo>
                    <a:pt x="22245" y="51"/>
                    <a:pt x="22499" y="51"/>
                    <a:pt x="22753" y="178"/>
                  </a:cubicBezTo>
                  <a:cubicBezTo>
                    <a:pt x="25039" y="559"/>
                    <a:pt x="28595" y="1702"/>
                    <a:pt x="33421" y="3226"/>
                  </a:cubicBezTo>
                  <a:cubicBezTo>
                    <a:pt x="36723" y="4242"/>
                    <a:pt x="38501" y="7798"/>
                    <a:pt x="37485" y="11227"/>
                  </a:cubicBezTo>
                  <a:cubicBezTo>
                    <a:pt x="36469" y="14656"/>
                    <a:pt x="32913" y="16307"/>
                    <a:pt x="29484" y="15291"/>
                  </a:cubicBezTo>
                  <a:cubicBezTo>
                    <a:pt x="24658" y="13767"/>
                    <a:pt x="21737" y="12878"/>
                    <a:pt x="20340" y="12624"/>
                  </a:cubicBezTo>
                  <a:lnTo>
                    <a:pt x="21483" y="6401"/>
                  </a:lnTo>
                  <a:lnTo>
                    <a:pt x="21102" y="12751"/>
                  </a:lnTo>
                  <a:cubicBezTo>
                    <a:pt x="19578" y="12624"/>
                    <a:pt x="16911" y="12751"/>
                    <a:pt x="8148" y="15418"/>
                  </a:cubicBezTo>
                  <a:cubicBezTo>
                    <a:pt x="4846" y="16434"/>
                    <a:pt x="1290" y="14529"/>
                    <a:pt x="274" y="11227"/>
                  </a:cubicBezTo>
                  <a:cubicBezTo>
                    <a:pt x="-742" y="7925"/>
                    <a:pt x="1163" y="4369"/>
                    <a:pt x="4465" y="335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222250" y="329819"/>
              <a:ext cx="28592" cy="33528"/>
            </a:xfrm>
            <a:custGeom>
              <a:avLst/>
              <a:gdLst/>
              <a:ahLst/>
              <a:cxnLst/>
              <a:rect r="r" b="b" t="t" l="l"/>
              <a:pathLst>
                <a:path h="33528" w="28592">
                  <a:moveTo>
                    <a:pt x="21844" y="33528"/>
                  </a:moveTo>
                  <a:cubicBezTo>
                    <a:pt x="17018" y="33147"/>
                    <a:pt x="12954" y="32004"/>
                    <a:pt x="8890" y="29591"/>
                  </a:cubicBezTo>
                  <a:cubicBezTo>
                    <a:pt x="8382" y="29337"/>
                    <a:pt x="8001" y="28956"/>
                    <a:pt x="7620" y="28702"/>
                  </a:cubicBezTo>
                  <a:cubicBezTo>
                    <a:pt x="4191" y="25273"/>
                    <a:pt x="2032" y="22098"/>
                    <a:pt x="635" y="17907"/>
                  </a:cubicBezTo>
                  <a:cubicBezTo>
                    <a:pt x="508" y="17526"/>
                    <a:pt x="381" y="17145"/>
                    <a:pt x="381" y="16637"/>
                  </a:cubicBezTo>
                  <a:cubicBezTo>
                    <a:pt x="127" y="14605"/>
                    <a:pt x="0" y="11049"/>
                    <a:pt x="0" y="6350"/>
                  </a:cubicBezTo>
                  <a:cubicBezTo>
                    <a:pt x="0" y="2921"/>
                    <a:pt x="2794" y="0"/>
                    <a:pt x="6223" y="0"/>
                  </a:cubicBezTo>
                  <a:cubicBezTo>
                    <a:pt x="9652" y="0"/>
                    <a:pt x="12573" y="2794"/>
                    <a:pt x="12573" y="6223"/>
                  </a:cubicBezTo>
                  <a:cubicBezTo>
                    <a:pt x="12573" y="11049"/>
                    <a:pt x="12700" y="13716"/>
                    <a:pt x="12827" y="14732"/>
                  </a:cubicBezTo>
                  <a:lnTo>
                    <a:pt x="6604" y="15621"/>
                  </a:lnTo>
                  <a:lnTo>
                    <a:pt x="12573" y="13462"/>
                  </a:lnTo>
                  <a:cubicBezTo>
                    <a:pt x="13335" y="15621"/>
                    <a:pt x="14351" y="17272"/>
                    <a:pt x="16637" y="19431"/>
                  </a:cubicBezTo>
                  <a:lnTo>
                    <a:pt x="12192" y="23876"/>
                  </a:lnTo>
                  <a:lnTo>
                    <a:pt x="15367" y="18415"/>
                  </a:lnTo>
                  <a:cubicBezTo>
                    <a:pt x="17526" y="19685"/>
                    <a:pt x="19685" y="20447"/>
                    <a:pt x="22733" y="20574"/>
                  </a:cubicBezTo>
                  <a:cubicBezTo>
                    <a:pt x="26162" y="20828"/>
                    <a:pt x="28829" y="23876"/>
                    <a:pt x="28575" y="27305"/>
                  </a:cubicBezTo>
                  <a:cubicBezTo>
                    <a:pt x="28321" y="30734"/>
                    <a:pt x="25273" y="33401"/>
                    <a:pt x="21844" y="3314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222179" y="264144"/>
              <a:ext cx="18883" cy="24090"/>
            </a:xfrm>
            <a:custGeom>
              <a:avLst/>
              <a:gdLst/>
              <a:ahLst/>
              <a:cxnLst/>
              <a:rect r="r" b="b" t="t" l="l"/>
              <a:pathLst>
                <a:path h="24090" w="18883">
                  <a:moveTo>
                    <a:pt x="71" y="16526"/>
                  </a:moveTo>
                  <a:cubicBezTo>
                    <a:pt x="706" y="12462"/>
                    <a:pt x="2484" y="8525"/>
                    <a:pt x="4643" y="5477"/>
                  </a:cubicBezTo>
                  <a:cubicBezTo>
                    <a:pt x="4897" y="5096"/>
                    <a:pt x="5151" y="4842"/>
                    <a:pt x="5405" y="4588"/>
                  </a:cubicBezTo>
                  <a:lnTo>
                    <a:pt x="8199" y="1794"/>
                  </a:lnTo>
                  <a:cubicBezTo>
                    <a:pt x="10739" y="-619"/>
                    <a:pt x="14676" y="-619"/>
                    <a:pt x="17089" y="1921"/>
                  </a:cubicBezTo>
                  <a:cubicBezTo>
                    <a:pt x="19502" y="4461"/>
                    <a:pt x="19502" y="8398"/>
                    <a:pt x="16962" y="10811"/>
                  </a:cubicBezTo>
                  <a:lnTo>
                    <a:pt x="14168" y="13605"/>
                  </a:lnTo>
                  <a:lnTo>
                    <a:pt x="9723" y="9160"/>
                  </a:lnTo>
                  <a:lnTo>
                    <a:pt x="14930" y="12843"/>
                  </a:lnTo>
                  <a:cubicBezTo>
                    <a:pt x="13787" y="14367"/>
                    <a:pt x="12898" y="16653"/>
                    <a:pt x="12517" y="18812"/>
                  </a:cubicBezTo>
                  <a:cubicBezTo>
                    <a:pt x="11882" y="22241"/>
                    <a:pt x="8707" y="24527"/>
                    <a:pt x="5278" y="24019"/>
                  </a:cubicBezTo>
                  <a:cubicBezTo>
                    <a:pt x="1849" y="23511"/>
                    <a:pt x="-437" y="20209"/>
                    <a:pt x="71" y="1678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261874" y="281813"/>
              <a:ext cx="62611" cy="62611"/>
            </a:xfrm>
            <a:custGeom>
              <a:avLst/>
              <a:gdLst/>
              <a:ahLst/>
              <a:cxnLst/>
              <a:rect r="r" b="b" t="t" l="l"/>
              <a:pathLst>
                <a:path h="62611" w="62611">
                  <a:moveTo>
                    <a:pt x="62484" y="31369"/>
                  </a:moveTo>
                  <a:cubicBezTo>
                    <a:pt x="62484" y="35560"/>
                    <a:pt x="61722" y="39497"/>
                    <a:pt x="60071" y="43307"/>
                  </a:cubicBezTo>
                  <a:cubicBezTo>
                    <a:pt x="60071" y="43307"/>
                    <a:pt x="60071" y="43307"/>
                    <a:pt x="60071" y="43307"/>
                  </a:cubicBezTo>
                  <a:cubicBezTo>
                    <a:pt x="58420" y="47117"/>
                    <a:pt x="56261" y="50546"/>
                    <a:pt x="53340" y="53467"/>
                  </a:cubicBezTo>
                  <a:cubicBezTo>
                    <a:pt x="53340" y="53467"/>
                    <a:pt x="53340" y="53467"/>
                    <a:pt x="53340" y="53467"/>
                  </a:cubicBezTo>
                  <a:cubicBezTo>
                    <a:pt x="50419" y="56388"/>
                    <a:pt x="46990" y="58674"/>
                    <a:pt x="43180" y="60198"/>
                  </a:cubicBezTo>
                  <a:lnTo>
                    <a:pt x="40767" y="54356"/>
                  </a:lnTo>
                  <a:lnTo>
                    <a:pt x="43180" y="60198"/>
                  </a:lnTo>
                  <a:cubicBezTo>
                    <a:pt x="39370" y="61849"/>
                    <a:pt x="35306" y="62611"/>
                    <a:pt x="31242" y="62611"/>
                  </a:cubicBezTo>
                  <a:lnTo>
                    <a:pt x="31242" y="56261"/>
                  </a:lnTo>
                  <a:lnTo>
                    <a:pt x="31242" y="62611"/>
                  </a:lnTo>
                  <a:cubicBezTo>
                    <a:pt x="27051" y="62611"/>
                    <a:pt x="23114" y="61849"/>
                    <a:pt x="19304" y="60198"/>
                  </a:cubicBezTo>
                  <a:cubicBezTo>
                    <a:pt x="19304" y="60198"/>
                    <a:pt x="19304" y="60198"/>
                    <a:pt x="19304" y="60198"/>
                  </a:cubicBezTo>
                  <a:cubicBezTo>
                    <a:pt x="15494" y="58674"/>
                    <a:pt x="12065" y="56388"/>
                    <a:pt x="9144" y="53467"/>
                  </a:cubicBezTo>
                  <a:lnTo>
                    <a:pt x="13589" y="49022"/>
                  </a:lnTo>
                  <a:lnTo>
                    <a:pt x="9144" y="53467"/>
                  </a:lnTo>
                  <a:cubicBezTo>
                    <a:pt x="6223" y="50546"/>
                    <a:pt x="3937" y="47117"/>
                    <a:pt x="2413" y="43307"/>
                  </a:cubicBezTo>
                  <a:cubicBezTo>
                    <a:pt x="2413" y="43307"/>
                    <a:pt x="2413" y="43307"/>
                    <a:pt x="2413" y="43307"/>
                  </a:cubicBezTo>
                  <a:cubicBezTo>
                    <a:pt x="889" y="39497"/>
                    <a:pt x="0" y="35433"/>
                    <a:pt x="0" y="31369"/>
                  </a:cubicBezTo>
                  <a:lnTo>
                    <a:pt x="6350" y="31369"/>
                  </a:lnTo>
                  <a:lnTo>
                    <a:pt x="0" y="31369"/>
                  </a:lnTo>
                  <a:cubicBezTo>
                    <a:pt x="0" y="27178"/>
                    <a:pt x="762" y="23241"/>
                    <a:pt x="2413" y="19431"/>
                  </a:cubicBezTo>
                  <a:lnTo>
                    <a:pt x="8255" y="21844"/>
                  </a:lnTo>
                  <a:lnTo>
                    <a:pt x="2413" y="19431"/>
                  </a:lnTo>
                  <a:cubicBezTo>
                    <a:pt x="3937" y="15621"/>
                    <a:pt x="6223" y="12192"/>
                    <a:pt x="9271" y="9271"/>
                  </a:cubicBezTo>
                  <a:lnTo>
                    <a:pt x="13716" y="13716"/>
                  </a:lnTo>
                  <a:lnTo>
                    <a:pt x="9271" y="9271"/>
                  </a:lnTo>
                  <a:cubicBezTo>
                    <a:pt x="12192" y="6350"/>
                    <a:pt x="15621" y="4064"/>
                    <a:pt x="19431" y="2413"/>
                  </a:cubicBezTo>
                  <a:cubicBezTo>
                    <a:pt x="19431" y="2413"/>
                    <a:pt x="19431" y="2413"/>
                    <a:pt x="19431" y="2413"/>
                  </a:cubicBezTo>
                  <a:cubicBezTo>
                    <a:pt x="23241" y="889"/>
                    <a:pt x="27305" y="0"/>
                    <a:pt x="31369" y="0"/>
                  </a:cubicBezTo>
                  <a:lnTo>
                    <a:pt x="31369" y="6350"/>
                  </a:lnTo>
                  <a:lnTo>
                    <a:pt x="31369" y="0"/>
                  </a:lnTo>
                  <a:cubicBezTo>
                    <a:pt x="35560" y="0"/>
                    <a:pt x="39497" y="762"/>
                    <a:pt x="43307" y="2413"/>
                  </a:cubicBezTo>
                  <a:lnTo>
                    <a:pt x="40894" y="8255"/>
                  </a:lnTo>
                  <a:lnTo>
                    <a:pt x="43307" y="2413"/>
                  </a:lnTo>
                  <a:cubicBezTo>
                    <a:pt x="47117" y="3937"/>
                    <a:pt x="50546" y="6223"/>
                    <a:pt x="53467" y="9144"/>
                  </a:cubicBezTo>
                  <a:cubicBezTo>
                    <a:pt x="53467" y="9144"/>
                    <a:pt x="53467" y="9144"/>
                    <a:pt x="53467" y="9144"/>
                  </a:cubicBezTo>
                  <a:cubicBezTo>
                    <a:pt x="56388" y="12065"/>
                    <a:pt x="58674" y="15494"/>
                    <a:pt x="60198" y="19304"/>
                  </a:cubicBezTo>
                  <a:cubicBezTo>
                    <a:pt x="60198" y="19304"/>
                    <a:pt x="60198" y="19304"/>
                    <a:pt x="60198" y="19304"/>
                  </a:cubicBezTo>
                  <a:cubicBezTo>
                    <a:pt x="61722" y="23114"/>
                    <a:pt x="62611" y="27178"/>
                    <a:pt x="62611" y="31242"/>
                  </a:cubicBezTo>
                  <a:lnTo>
                    <a:pt x="56261" y="31242"/>
                  </a:lnTo>
                  <a:lnTo>
                    <a:pt x="62611" y="31242"/>
                  </a:lnTo>
                  <a:moveTo>
                    <a:pt x="50038" y="31242"/>
                  </a:moveTo>
                  <a:cubicBezTo>
                    <a:pt x="50038" y="31242"/>
                    <a:pt x="50038" y="31242"/>
                    <a:pt x="50038" y="31242"/>
                  </a:cubicBezTo>
                  <a:cubicBezTo>
                    <a:pt x="50038" y="28702"/>
                    <a:pt x="49530" y="26416"/>
                    <a:pt x="48641" y="24130"/>
                  </a:cubicBezTo>
                  <a:lnTo>
                    <a:pt x="54483" y="21717"/>
                  </a:lnTo>
                  <a:lnTo>
                    <a:pt x="48641" y="24130"/>
                  </a:lnTo>
                  <a:cubicBezTo>
                    <a:pt x="47752" y="21844"/>
                    <a:pt x="46355" y="19812"/>
                    <a:pt x="44577" y="18034"/>
                  </a:cubicBezTo>
                  <a:lnTo>
                    <a:pt x="49022" y="13589"/>
                  </a:lnTo>
                  <a:lnTo>
                    <a:pt x="44577" y="18034"/>
                  </a:lnTo>
                  <a:cubicBezTo>
                    <a:pt x="42799" y="16256"/>
                    <a:pt x="40767" y="14986"/>
                    <a:pt x="38481" y="13970"/>
                  </a:cubicBezTo>
                  <a:cubicBezTo>
                    <a:pt x="36195" y="12954"/>
                    <a:pt x="33782" y="12573"/>
                    <a:pt x="31369" y="12573"/>
                  </a:cubicBezTo>
                  <a:cubicBezTo>
                    <a:pt x="31369" y="12573"/>
                    <a:pt x="31369" y="12573"/>
                    <a:pt x="31369" y="12573"/>
                  </a:cubicBezTo>
                  <a:cubicBezTo>
                    <a:pt x="28829" y="12573"/>
                    <a:pt x="26543" y="13081"/>
                    <a:pt x="24257" y="13970"/>
                  </a:cubicBezTo>
                  <a:lnTo>
                    <a:pt x="21844" y="8128"/>
                  </a:lnTo>
                  <a:lnTo>
                    <a:pt x="24257" y="13970"/>
                  </a:lnTo>
                  <a:cubicBezTo>
                    <a:pt x="21971" y="14986"/>
                    <a:pt x="19939" y="16256"/>
                    <a:pt x="18161" y="18034"/>
                  </a:cubicBezTo>
                  <a:cubicBezTo>
                    <a:pt x="18161" y="18034"/>
                    <a:pt x="18161" y="18034"/>
                    <a:pt x="18161" y="18034"/>
                  </a:cubicBezTo>
                  <a:cubicBezTo>
                    <a:pt x="16383" y="19812"/>
                    <a:pt x="15113" y="21717"/>
                    <a:pt x="14097" y="24130"/>
                  </a:cubicBezTo>
                  <a:cubicBezTo>
                    <a:pt x="13081" y="26543"/>
                    <a:pt x="12700" y="28829"/>
                    <a:pt x="12700" y="31242"/>
                  </a:cubicBezTo>
                  <a:cubicBezTo>
                    <a:pt x="12700" y="31242"/>
                    <a:pt x="12700" y="31242"/>
                    <a:pt x="12700" y="31242"/>
                  </a:cubicBezTo>
                  <a:cubicBezTo>
                    <a:pt x="12700" y="33782"/>
                    <a:pt x="13208" y="36068"/>
                    <a:pt x="14097" y="38354"/>
                  </a:cubicBezTo>
                  <a:lnTo>
                    <a:pt x="8255" y="40767"/>
                  </a:lnTo>
                  <a:lnTo>
                    <a:pt x="14097" y="38354"/>
                  </a:lnTo>
                  <a:cubicBezTo>
                    <a:pt x="15113" y="40640"/>
                    <a:pt x="16383" y="42672"/>
                    <a:pt x="18161" y="44450"/>
                  </a:cubicBezTo>
                  <a:cubicBezTo>
                    <a:pt x="18161" y="44450"/>
                    <a:pt x="18161" y="44450"/>
                    <a:pt x="18161" y="44450"/>
                  </a:cubicBezTo>
                  <a:cubicBezTo>
                    <a:pt x="19939" y="46228"/>
                    <a:pt x="21971" y="47498"/>
                    <a:pt x="24257" y="48514"/>
                  </a:cubicBezTo>
                  <a:lnTo>
                    <a:pt x="21844" y="54356"/>
                  </a:lnTo>
                  <a:lnTo>
                    <a:pt x="24257" y="48514"/>
                  </a:lnTo>
                  <a:cubicBezTo>
                    <a:pt x="26543" y="49530"/>
                    <a:pt x="28956" y="49911"/>
                    <a:pt x="31369" y="49911"/>
                  </a:cubicBezTo>
                  <a:cubicBezTo>
                    <a:pt x="31369" y="49911"/>
                    <a:pt x="31369" y="49911"/>
                    <a:pt x="31369" y="49911"/>
                  </a:cubicBezTo>
                  <a:cubicBezTo>
                    <a:pt x="33909" y="49911"/>
                    <a:pt x="36195" y="49403"/>
                    <a:pt x="38481" y="48514"/>
                  </a:cubicBezTo>
                  <a:cubicBezTo>
                    <a:pt x="40767" y="47625"/>
                    <a:pt x="42799" y="46228"/>
                    <a:pt x="44577" y="44450"/>
                  </a:cubicBezTo>
                  <a:lnTo>
                    <a:pt x="49022" y="48895"/>
                  </a:lnTo>
                  <a:lnTo>
                    <a:pt x="44577" y="44450"/>
                  </a:lnTo>
                  <a:cubicBezTo>
                    <a:pt x="46355" y="42672"/>
                    <a:pt x="47752" y="40640"/>
                    <a:pt x="48641" y="38354"/>
                  </a:cubicBezTo>
                  <a:lnTo>
                    <a:pt x="54483" y="40767"/>
                  </a:lnTo>
                  <a:lnTo>
                    <a:pt x="48641" y="38354"/>
                  </a:lnTo>
                  <a:cubicBezTo>
                    <a:pt x="49530" y="36068"/>
                    <a:pt x="50038" y="33655"/>
                    <a:pt x="50038" y="3111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248793" y="261747"/>
              <a:ext cx="83312" cy="12700"/>
            </a:xfrm>
            <a:custGeom>
              <a:avLst/>
              <a:gdLst/>
              <a:ahLst/>
              <a:cxnLst/>
              <a:rect r="r" b="b" t="t" l="l"/>
              <a:pathLst>
                <a:path h="12700" w="83312">
                  <a:moveTo>
                    <a:pt x="76962" y="12700"/>
                  </a:moveTo>
                  <a:lnTo>
                    <a:pt x="6350" y="12700"/>
                  </a:lnTo>
                  <a:cubicBezTo>
                    <a:pt x="2921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lnTo>
                    <a:pt x="76962" y="0"/>
                  </a:lnTo>
                  <a:cubicBezTo>
                    <a:pt x="80391" y="0"/>
                    <a:pt x="83312" y="2794"/>
                    <a:pt x="83312" y="6350"/>
                  </a:cubicBezTo>
                  <a:cubicBezTo>
                    <a:pt x="83312" y="9906"/>
                    <a:pt x="80518" y="12700"/>
                    <a:pt x="76962" y="1270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290215" y="100223"/>
              <a:ext cx="29036" cy="41366"/>
            </a:xfrm>
            <a:custGeom>
              <a:avLst/>
              <a:gdLst/>
              <a:ahLst/>
              <a:cxnLst/>
              <a:rect r="r" b="b" t="t" l="l"/>
              <a:pathLst>
                <a:path h="41366" w="29036">
                  <a:moveTo>
                    <a:pt x="8235" y="615"/>
                  </a:moveTo>
                  <a:cubicBezTo>
                    <a:pt x="11791" y="1885"/>
                    <a:pt x="14966" y="3790"/>
                    <a:pt x="17887" y="6203"/>
                  </a:cubicBezTo>
                  <a:cubicBezTo>
                    <a:pt x="17887" y="6203"/>
                    <a:pt x="17887" y="6203"/>
                    <a:pt x="17887" y="6203"/>
                  </a:cubicBezTo>
                  <a:cubicBezTo>
                    <a:pt x="20681" y="8616"/>
                    <a:pt x="23094" y="11537"/>
                    <a:pt x="24999" y="14712"/>
                  </a:cubicBezTo>
                  <a:cubicBezTo>
                    <a:pt x="24999" y="14712"/>
                    <a:pt x="24999" y="14712"/>
                    <a:pt x="24999" y="14712"/>
                  </a:cubicBezTo>
                  <a:cubicBezTo>
                    <a:pt x="26777" y="18014"/>
                    <a:pt x="28047" y="21443"/>
                    <a:pt x="28682" y="25253"/>
                  </a:cubicBezTo>
                  <a:cubicBezTo>
                    <a:pt x="28682" y="25253"/>
                    <a:pt x="28682" y="25253"/>
                    <a:pt x="28682" y="25253"/>
                  </a:cubicBezTo>
                  <a:cubicBezTo>
                    <a:pt x="29190" y="28936"/>
                    <a:pt x="29190" y="32619"/>
                    <a:pt x="28428" y="36302"/>
                  </a:cubicBezTo>
                  <a:cubicBezTo>
                    <a:pt x="27793" y="39731"/>
                    <a:pt x="24491" y="41890"/>
                    <a:pt x="21062" y="41255"/>
                  </a:cubicBezTo>
                  <a:cubicBezTo>
                    <a:pt x="17633" y="40620"/>
                    <a:pt x="15474" y="37318"/>
                    <a:pt x="16109" y="33889"/>
                  </a:cubicBezTo>
                  <a:cubicBezTo>
                    <a:pt x="16490" y="31603"/>
                    <a:pt x="16617" y="29444"/>
                    <a:pt x="16236" y="27158"/>
                  </a:cubicBezTo>
                  <a:lnTo>
                    <a:pt x="22459" y="26142"/>
                  </a:lnTo>
                  <a:lnTo>
                    <a:pt x="16236" y="27158"/>
                  </a:lnTo>
                  <a:cubicBezTo>
                    <a:pt x="15855" y="24872"/>
                    <a:pt x="15220" y="22840"/>
                    <a:pt x="14077" y="20808"/>
                  </a:cubicBezTo>
                  <a:lnTo>
                    <a:pt x="19538" y="17760"/>
                  </a:lnTo>
                  <a:lnTo>
                    <a:pt x="14077" y="20808"/>
                  </a:lnTo>
                  <a:cubicBezTo>
                    <a:pt x="12934" y="18903"/>
                    <a:pt x="11537" y="17125"/>
                    <a:pt x="9886" y="15601"/>
                  </a:cubicBezTo>
                  <a:lnTo>
                    <a:pt x="13950" y="10775"/>
                  </a:lnTo>
                  <a:lnTo>
                    <a:pt x="9886" y="15601"/>
                  </a:lnTo>
                  <a:cubicBezTo>
                    <a:pt x="8235" y="14204"/>
                    <a:pt x="6330" y="13061"/>
                    <a:pt x="4171" y="12299"/>
                  </a:cubicBezTo>
                  <a:cubicBezTo>
                    <a:pt x="869" y="11156"/>
                    <a:pt x="-782" y="7473"/>
                    <a:pt x="361" y="4171"/>
                  </a:cubicBezTo>
                  <a:cubicBezTo>
                    <a:pt x="1504" y="869"/>
                    <a:pt x="5187" y="-782"/>
                    <a:pt x="8489" y="36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350647" y="289052"/>
              <a:ext cx="12700" cy="58547"/>
            </a:xfrm>
            <a:custGeom>
              <a:avLst/>
              <a:gdLst/>
              <a:ahLst/>
              <a:cxnLst/>
              <a:rect r="r" b="b" t="t" l="l"/>
              <a:pathLst>
                <a:path h="58547" w="12700">
                  <a:moveTo>
                    <a:pt x="12700" y="6350"/>
                  </a:moveTo>
                  <a:lnTo>
                    <a:pt x="12700" y="52197"/>
                  </a:lnTo>
                  <a:cubicBezTo>
                    <a:pt x="12700" y="55626"/>
                    <a:pt x="9906" y="58547"/>
                    <a:pt x="6350" y="58547"/>
                  </a:cubicBezTo>
                  <a:cubicBezTo>
                    <a:pt x="2794" y="58547"/>
                    <a:pt x="0" y="55753"/>
                    <a:pt x="0" y="52197"/>
                  </a:cubicBezTo>
                  <a:lnTo>
                    <a:pt x="0" y="6350"/>
                  </a:lnTo>
                  <a:cubicBezTo>
                    <a:pt x="0" y="2921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297225" y="129282"/>
              <a:ext cx="21799" cy="73365"/>
            </a:xfrm>
            <a:custGeom>
              <a:avLst/>
              <a:gdLst/>
              <a:ahLst/>
              <a:cxnLst/>
              <a:rect r="r" b="b" t="t" l="l"/>
              <a:pathLst>
                <a:path h="73365" w="21799">
                  <a:moveTo>
                    <a:pt x="21799" y="6227"/>
                  </a:moveTo>
                  <a:cubicBezTo>
                    <a:pt x="21672" y="26420"/>
                    <a:pt x="19513" y="42930"/>
                    <a:pt x="12401" y="68711"/>
                  </a:cubicBezTo>
                  <a:cubicBezTo>
                    <a:pt x="11512" y="72013"/>
                    <a:pt x="7956" y="74045"/>
                    <a:pt x="4654" y="73156"/>
                  </a:cubicBezTo>
                  <a:cubicBezTo>
                    <a:pt x="1352" y="72267"/>
                    <a:pt x="-680" y="68711"/>
                    <a:pt x="209" y="65409"/>
                  </a:cubicBezTo>
                  <a:cubicBezTo>
                    <a:pt x="7067" y="40644"/>
                    <a:pt x="8972" y="25277"/>
                    <a:pt x="9099" y="6227"/>
                  </a:cubicBezTo>
                  <a:cubicBezTo>
                    <a:pt x="9099" y="2798"/>
                    <a:pt x="12020" y="-123"/>
                    <a:pt x="15449" y="4"/>
                  </a:cubicBezTo>
                  <a:cubicBezTo>
                    <a:pt x="18878" y="131"/>
                    <a:pt x="21799" y="2925"/>
                    <a:pt x="21672" y="635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326263" y="245618"/>
              <a:ext cx="12827" cy="28829"/>
            </a:xfrm>
            <a:custGeom>
              <a:avLst/>
              <a:gdLst/>
              <a:ahLst/>
              <a:cxnLst/>
              <a:rect r="r" b="b" t="t" l="l"/>
              <a:pathLst>
                <a:path h="28829" w="12827">
                  <a:moveTo>
                    <a:pt x="127" y="22479"/>
                  </a:moveTo>
                  <a:lnTo>
                    <a:pt x="0" y="6350"/>
                  </a:lnTo>
                  <a:cubicBezTo>
                    <a:pt x="0" y="2921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lnTo>
                    <a:pt x="12827" y="22479"/>
                  </a:lnTo>
                  <a:cubicBezTo>
                    <a:pt x="12827" y="25908"/>
                    <a:pt x="10033" y="28829"/>
                    <a:pt x="6477" y="28829"/>
                  </a:cubicBezTo>
                  <a:cubicBezTo>
                    <a:pt x="2921" y="28829"/>
                    <a:pt x="127" y="26035"/>
                    <a:pt x="127" y="2247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329105" y="334958"/>
              <a:ext cx="34443" cy="29004"/>
            </a:xfrm>
            <a:custGeom>
              <a:avLst/>
              <a:gdLst/>
              <a:ahLst/>
              <a:cxnLst/>
              <a:rect r="r" b="b" t="t" l="l"/>
              <a:pathLst>
                <a:path h="29004" w="34443">
                  <a:moveTo>
                    <a:pt x="34242" y="5402"/>
                  </a:moveTo>
                  <a:cubicBezTo>
                    <a:pt x="36274" y="19499"/>
                    <a:pt x="22431" y="27500"/>
                    <a:pt x="13414" y="28770"/>
                  </a:cubicBezTo>
                  <a:cubicBezTo>
                    <a:pt x="10493" y="29151"/>
                    <a:pt x="7318" y="29151"/>
                    <a:pt x="4397" y="28135"/>
                  </a:cubicBezTo>
                  <a:cubicBezTo>
                    <a:pt x="1095" y="27119"/>
                    <a:pt x="-810" y="23563"/>
                    <a:pt x="333" y="20134"/>
                  </a:cubicBezTo>
                  <a:cubicBezTo>
                    <a:pt x="1476" y="16705"/>
                    <a:pt x="4905" y="14927"/>
                    <a:pt x="8334" y="16070"/>
                  </a:cubicBezTo>
                  <a:cubicBezTo>
                    <a:pt x="8969" y="16324"/>
                    <a:pt x="10112" y="16451"/>
                    <a:pt x="11636" y="16197"/>
                  </a:cubicBezTo>
                  <a:cubicBezTo>
                    <a:pt x="18367" y="15181"/>
                    <a:pt x="22177" y="10482"/>
                    <a:pt x="21669" y="7180"/>
                  </a:cubicBezTo>
                  <a:cubicBezTo>
                    <a:pt x="21161" y="3878"/>
                    <a:pt x="23574" y="576"/>
                    <a:pt x="27003" y="68"/>
                  </a:cubicBezTo>
                  <a:cubicBezTo>
                    <a:pt x="30432" y="-440"/>
                    <a:pt x="33607" y="1973"/>
                    <a:pt x="34115" y="540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238125" y="350774"/>
              <a:ext cx="103632" cy="12700"/>
            </a:xfrm>
            <a:custGeom>
              <a:avLst/>
              <a:gdLst/>
              <a:ahLst/>
              <a:cxnLst/>
              <a:rect r="r" b="b" t="t" l="l"/>
              <a:pathLst>
                <a:path h="12700" w="103632">
                  <a:moveTo>
                    <a:pt x="97282" y="12700"/>
                  </a:moveTo>
                  <a:lnTo>
                    <a:pt x="6350" y="12700"/>
                  </a:lnTo>
                  <a:cubicBezTo>
                    <a:pt x="2921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lnTo>
                    <a:pt x="97282" y="0"/>
                  </a:lnTo>
                  <a:cubicBezTo>
                    <a:pt x="100711" y="0"/>
                    <a:pt x="103632" y="2794"/>
                    <a:pt x="103632" y="6350"/>
                  </a:cubicBezTo>
                  <a:cubicBezTo>
                    <a:pt x="103632" y="9906"/>
                    <a:pt x="100838" y="12700"/>
                    <a:pt x="97282" y="1270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93821" y="66440"/>
              <a:ext cx="91250" cy="41492"/>
            </a:xfrm>
            <a:custGeom>
              <a:avLst/>
              <a:gdLst/>
              <a:ahLst/>
              <a:cxnLst/>
              <a:rect r="r" b="b" t="t" l="l"/>
              <a:pathLst>
                <a:path h="41492" w="91250">
                  <a:moveTo>
                    <a:pt x="4223" y="29191"/>
                  </a:moveTo>
                  <a:lnTo>
                    <a:pt x="82709" y="362"/>
                  </a:lnTo>
                  <a:cubicBezTo>
                    <a:pt x="86011" y="-781"/>
                    <a:pt x="89567" y="870"/>
                    <a:pt x="90837" y="4045"/>
                  </a:cubicBezTo>
                  <a:cubicBezTo>
                    <a:pt x="92107" y="7220"/>
                    <a:pt x="90329" y="10903"/>
                    <a:pt x="87154" y="12173"/>
                  </a:cubicBezTo>
                  <a:lnTo>
                    <a:pt x="8541" y="41129"/>
                  </a:lnTo>
                  <a:cubicBezTo>
                    <a:pt x="5239" y="42272"/>
                    <a:pt x="1683" y="40621"/>
                    <a:pt x="413" y="37446"/>
                  </a:cubicBezTo>
                  <a:cubicBezTo>
                    <a:pt x="-857" y="34271"/>
                    <a:pt x="921" y="30588"/>
                    <a:pt x="4096" y="2931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197311" y="66374"/>
              <a:ext cx="105250" cy="46957"/>
            </a:xfrm>
            <a:custGeom>
              <a:avLst/>
              <a:gdLst/>
              <a:ahLst/>
              <a:cxnLst/>
              <a:rect r="r" b="b" t="t" l="l"/>
              <a:pathLst>
                <a:path h="46957" w="105250">
                  <a:moveTo>
                    <a:pt x="8556" y="428"/>
                  </a:moveTo>
                  <a:lnTo>
                    <a:pt x="101139" y="34718"/>
                  </a:lnTo>
                  <a:cubicBezTo>
                    <a:pt x="104441" y="35988"/>
                    <a:pt x="106092" y="39544"/>
                    <a:pt x="104822" y="42846"/>
                  </a:cubicBezTo>
                  <a:cubicBezTo>
                    <a:pt x="103552" y="46148"/>
                    <a:pt x="99996" y="47799"/>
                    <a:pt x="96694" y="46529"/>
                  </a:cubicBezTo>
                  <a:lnTo>
                    <a:pt x="4111" y="12239"/>
                  </a:lnTo>
                  <a:cubicBezTo>
                    <a:pt x="809" y="10969"/>
                    <a:pt x="-842" y="7413"/>
                    <a:pt x="428" y="4111"/>
                  </a:cubicBezTo>
                  <a:cubicBezTo>
                    <a:pt x="1698" y="809"/>
                    <a:pt x="5254" y="-842"/>
                    <a:pt x="8556" y="42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222123" y="275463"/>
              <a:ext cx="12700" cy="67183"/>
            </a:xfrm>
            <a:custGeom>
              <a:avLst/>
              <a:gdLst/>
              <a:ahLst/>
              <a:cxnLst/>
              <a:rect r="r" b="b" t="t" l="l"/>
              <a:pathLst>
                <a:path h="67183" w="12700">
                  <a:moveTo>
                    <a:pt x="0" y="60833"/>
                  </a:moveTo>
                  <a:lnTo>
                    <a:pt x="0" y="6350"/>
                  </a:lnTo>
                  <a:cubicBezTo>
                    <a:pt x="0" y="2921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lnTo>
                    <a:pt x="12700" y="60833"/>
                  </a:lnTo>
                  <a:cubicBezTo>
                    <a:pt x="12700" y="64262"/>
                    <a:pt x="9906" y="67183"/>
                    <a:pt x="6350" y="67183"/>
                  </a:cubicBezTo>
                  <a:cubicBezTo>
                    <a:pt x="2794" y="67183"/>
                    <a:pt x="0" y="64389"/>
                    <a:pt x="0" y="6083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22" id="122"/>
          <p:cNvSpPr txBox="true"/>
          <p:nvPr/>
        </p:nvSpPr>
        <p:spPr>
          <a:xfrm rot="0">
            <a:off x="4906413" y="734997"/>
            <a:ext cx="3637359" cy="393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b="true" sz="2267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Key Features of Our System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4906413" y="3872751"/>
            <a:ext cx="1420711" cy="23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113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Reporting &amp; Retrieval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5381092" y="4111866"/>
            <a:ext cx="22670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90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4906413" y="2777376"/>
            <a:ext cx="1547984" cy="23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113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Automated Attendance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5408476" y="3016491"/>
            <a:ext cx="22670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90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4906413" y="4968126"/>
            <a:ext cx="1706166" cy="23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113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Secure Role-Based Access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5265591" y="5207251"/>
            <a:ext cx="22670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90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4906413" y="1682001"/>
            <a:ext cx="1950425" cy="23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113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Online Registration &amp; Profiles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5370052" y="1921116"/>
            <a:ext cx="22670" cy="2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90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4906413" y="4178541"/>
            <a:ext cx="4766072" cy="15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"/>
              </a:lnSpc>
            </a:pPr>
            <a:r>
              <a:rPr lang="en-US" sz="90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 comprehensive reports and quickly search and retrieve data with intuitive interfaces.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4906413" y="3083166"/>
            <a:ext cx="5422582" cy="15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"/>
              </a:lnSpc>
            </a:pPr>
            <a:r>
              <a:rPr lang="en-US" sz="90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Advanced attendance tracking, with options for biometric integration for enhanced accuracy and efficiency.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4906413" y="1987791"/>
            <a:ext cx="5468184" cy="15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"/>
              </a:lnSpc>
            </a:pPr>
            <a:r>
              <a:rPr lang="en-US" sz="90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Seamless cloud-based storage for student records, accessible from anywhere with secure online registration.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4906413" y="5254876"/>
            <a:ext cx="5868353" cy="36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Robust security protocols with password and OTP encryption, ensuring data integrity and privacy for different user roles.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143750" y="9525"/>
            <a:ext cx="4286250" cy="6429375"/>
          </a:xfrm>
          <a:custGeom>
            <a:avLst/>
            <a:gdLst/>
            <a:ahLst/>
            <a:cxnLst/>
            <a:rect r="r" b="b" t="t" l="l"/>
            <a:pathLst>
              <a:path h="6429375" w="4286250">
                <a:moveTo>
                  <a:pt x="0" y="0"/>
                </a:moveTo>
                <a:lnTo>
                  <a:pt x="4286250" y="0"/>
                </a:lnTo>
                <a:lnTo>
                  <a:pt x="428625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19125" y="1409700"/>
            <a:ext cx="5905500" cy="19050"/>
            <a:chOff x="0" y="0"/>
            <a:chExt cx="59055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05500" cy="19050"/>
            </a:xfrm>
            <a:custGeom>
              <a:avLst/>
              <a:gdLst/>
              <a:ahLst/>
              <a:cxnLst/>
              <a:rect r="r" b="b" t="t" l="l"/>
              <a:pathLst>
                <a:path h="19050" w="5905500">
                  <a:moveTo>
                    <a:pt x="0" y="19050"/>
                  </a:moveTo>
                  <a:lnTo>
                    <a:pt x="5905500" y="19050"/>
                  </a:lnTo>
                  <a:lnTo>
                    <a:pt x="5905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19125" y="2590800"/>
            <a:ext cx="5905500" cy="19050"/>
            <a:chOff x="0" y="0"/>
            <a:chExt cx="59055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05500" cy="19050"/>
            </a:xfrm>
            <a:custGeom>
              <a:avLst/>
              <a:gdLst/>
              <a:ahLst/>
              <a:cxnLst/>
              <a:rect r="r" b="b" t="t" l="l"/>
              <a:pathLst>
                <a:path h="19050" w="5905500">
                  <a:moveTo>
                    <a:pt x="0" y="19050"/>
                  </a:moveTo>
                  <a:lnTo>
                    <a:pt x="5905500" y="19050"/>
                  </a:lnTo>
                  <a:lnTo>
                    <a:pt x="5905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19125" y="3762375"/>
            <a:ext cx="5905500" cy="19050"/>
            <a:chOff x="0" y="0"/>
            <a:chExt cx="5905500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05500" cy="19050"/>
            </a:xfrm>
            <a:custGeom>
              <a:avLst/>
              <a:gdLst/>
              <a:ahLst/>
              <a:cxnLst/>
              <a:rect r="r" b="b" t="t" l="l"/>
              <a:pathLst>
                <a:path h="19050" w="5905500">
                  <a:moveTo>
                    <a:pt x="0" y="19050"/>
                  </a:moveTo>
                  <a:lnTo>
                    <a:pt x="5905500" y="19050"/>
                  </a:lnTo>
                  <a:lnTo>
                    <a:pt x="5905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19125" y="4933950"/>
            <a:ext cx="5905500" cy="19050"/>
            <a:chOff x="0" y="0"/>
            <a:chExt cx="59055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05500" cy="19050"/>
            </a:xfrm>
            <a:custGeom>
              <a:avLst/>
              <a:gdLst/>
              <a:ahLst/>
              <a:cxnLst/>
              <a:rect r="r" b="b" t="t" l="l"/>
              <a:pathLst>
                <a:path h="19050" w="5905500">
                  <a:moveTo>
                    <a:pt x="0" y="19050"/>
                  </a:moveTo>
                  <a:lnTo>
                    <a:pt x="5905500" y="19050"/>
                  </a:lnTo>
                  <a:lnTo>
                    <a:pt x="5905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20163" y="659459"/>
            <a:ext cx="2782243" cy="75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0"/>
              </a:lnSpc>
            </a:pPr>
            <a:r>
              <a:rPr lang="en-US" b="true" sz="244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Technical Overview</a:t>
            </a:r>
          </a:p>
          <a:p>
            <a:pPr algn="l">
              <a:lnSpc>
                <a:spcPts val="1220"/>
              </a:lnSpc>
            </a:pPr>
          </a:p>
          <a:p>
            <a:pPr algn="l">
              <a:lnSpc>
                <a:spcPts val="2441"/>
              </a:lnSpc>
            </a:pPr>
            <a:r>
              <a:rPr lang="en-US" sz="976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01</a:t>
            </a:r>
          </a:p>
          <a:p>
            <a:pPr algn="l">
              <a:lnSpc>
                <a:spcPts val="1708"/>
              </a:lnSpc>
            </a:pPr>
            <a:r>
              <a:rPr lang="en-US" b="true" sz="122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Web-Based</a:t>
            </a:r>
            <a:r>
              <a:rPr lang="en-US" b="true" sz="122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122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Application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6721" y="1413558"/>
            <a:ext cx="30509" cy="28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b="true" sz="122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0163" y="1595208"/>
            <a:ext cx="5678538" cy="38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9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Our system operates as a responsive web application, providing accessibility anytime, anywhere, on any device.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3920" y="2062885"/>
            <a:ext cx="5932494" cy="114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976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02</a:t>
            </a:r>
          </a:p>
          <a:p>
            <a:pPr algn="l">
              <a:lnSpc>
                <a:spcPts val="1708"/>
              </a:lnSpc>
            </a:pPr>
            <a:r>
              <a:rPr lang="en-US" b="true" sz="122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Robust Database Design</a:t>
            </a:r>
          </a:p>
          <a:p>
            <a:pPr algn="l">
              <a:lnSpc>
                <a:spcPts val="1708"/>
              </a:lnSpc>
            </a:pPr>
          </a:p>
          <a:p>
            <a:pPr algn="l">
              <a:lnSpc>
                <a:spcPts val="1575"/>
              </a:lnSpc>
            </a:pPr>
            <a:r>
              <a:rPr lang="en-US" sz="9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Structured database architecture with dedicated entities for students, courses, fees, and staff, ensuring data integrity and relationships.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0163" y="3886200"/>
            <a:ext cx="5876639" cy="38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9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An intuitive and streamlined user interface (UI) tailored for all user types, minimizing training requirements and maximizing adoption.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0191" y="4527899"/>
            <a:ext cx="5857046" cy="97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976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04</a:t>
            </a:r>
          </a:p>
          <a:p>
            <a:pPr algn="l">
              <a:lnSpc>
                <a:spcPts val="1708"/>
              </a:lnSpc>
            </a:pPr>
            <a:r>
              <a:rPr lang="en-US" b="true" sz="122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Scalable Architecture</a:t>
            </a:r>
          </a:p>
          <a:p>
            <a:pPr algn="l">
              <a:lnSpc>
                <a:spcPts val="1708"/>
              </a:lnSpc>
            </a:pPr>
          </a:p>
          <a:p>
            <a:pPr algn="l">
              <a:lnSpc>
                <a:spcPts val="1499"/>
              </a:lnSpc>
            </a:pPr>
            <a:r>
              <a:rPr lang="en-US" sz="976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Designed with a modular and scalable architecture capable of supporting multiple departments, campuses, and expanding student populations.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0191" y="3180102"/>
            <a:ext cx="1661103" cy="60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976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03</a:t>
            </a:r>
          </a:p>
          <a:p>
            <a:pPr algn="l">
              <a:lnSpc>
                <a:spcPts val="1708"/>
              </a:lnSpc>
            </a:pPr>
            <a:r>
              <a:rPr lang="en-US" b="true" sz="122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User-Friendly Interface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498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6" y="0"/>
                </a:lnTo>
                <a:lnTo>
                  <a:pt x="11556996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163" y="1043559"/>
            <a:ext cx="3588696" cy="46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b="true" sz="3488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Benefits &amp; Impact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26563" y="1802940"/>
            <a:ext cx="43596" cy="4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b="true" sz="174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0779" y="1917240"/>
            <a:ext cx="2045284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b="true" sz="174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Reduced</a:t>
            </a:r>
            <a:r>
              <a:rPr lang="en-US" b="true" sz="1743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174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Paperwork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72694" y="2296144"/>
            <a:ext cx="34881" cy="34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0309" y="3831765"/>
            <a:ext cx="2463841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b="true" sz="174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Eco-Friendly Operations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96195" y="4210669"/>
            <a:ext cx="34881" cy="34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63923" y="3688890"/>
            <a:ext cx="2403538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b="true" sz="174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Faster Decision-Making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44360" y="4067794"/>
            <a:ext cx="34881" cy="34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63923" y="1917240"/>
            <a:ext cx="243799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b="true" sz="174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Improved Data Integrity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95918" y="2296144"/>
            <a:ext cx="34881" cy="34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5565" y="4277344"/>
            <a:ext cx="2342436" cy="27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Supports a greener, paperless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9595" y="4563094"/>
            <a:ext cx="2723940" cy="27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operational model, contributing to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1704" y="4848844"/>
            <a:ext cx="2268579" cy="27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environmental sustainability.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9041" y="2362819"/>
            <a:ext cx="2897915" cy="56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Dramatically decreases reliance on physical documents and significantly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8509" y="2934319"/>
            <a:ext cx="2618689" cy="27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lightens administrative workload.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63923" y="2362819"/>
            <a:ext cx="2891076" cy="27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Enhances the accuracy, security, and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63923" y="2648569"/>
            <a:ext cx="2510961" cy="56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accessibility of student records, mitigating risks of loss or error.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63923" y="4134469"/>
            <a:ext cx="2178010" cy="27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Provides real-time access 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63923" y="4420219"/>
            <a:ext cx="3009643" cy="850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comprehensive data, empowering administrators and educators to make informed decisions swiftly.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9525"/>
            <a:ext cx="4286250" cy="6429375"/>
          </a:xfrm>
          <a:custGeom>
            <a:avLst/>
            <a:gdLst/>
            <a:ahLst/>
            <a:cxnLst/>
            <a:rect r="r" b="b" t="t" l="l"/>
            <a:pathLst>
              <a:path h="6429375" w="4286250">
                <a:moveTo>
                  <a:pt x="0" y="0"/>
                </a:moveTo>
                <a:lnTo>
                  <a:pt x="4286250" y="0"/>
                </a:lnTo>
                <a:lnTo>
                  <a:pt x="428625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230199" y="1650997"/>
            <a:ext cx="1255852" cy="3174997"/>
            <a:chOff x="0" y="0"/>
            <a:chExt cx="1255852" cy="317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18363" y="63500"/>
              <a:ext cx="1905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9050">
                  <a:moveTo>
                    <a:pt x="0" y="3038475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3038475"/>
                  </a:lnTo>
                  <a:cubicBezTo>
                    <a:pt x="19050" y="3041142"/>
                    <a:pt x="18161" y="3043301"/>
                    <a:pt x="16256" y="3045206"/>
                  </a:cubicBezTo>
                  <a:cubicBezTo>
                    <a:pt x="14351" y="3047111"/>
                    <a:pt x="12192" y="3048000"/>
                    <a:pt x="9525" y="3048000"/>
                  </a:cubicBezTo>
                  <a:cubicBezTo>
                    <a:pt x="6858" y="3048000"/>
                    <a:pt x="4699" y="3047111"/>
                    <a:pt x="2794" y="3045206"/>
                  </a:cubicBezTo>
                  <a:cubicBezTo>
                    <a:pt x="889" y="3043301"/>
                    <a:pt x="0" y="3041142"/>
                    <a:pt x="0" y="3038475"/>
                  </a:cubicBezTo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215900"/>
              <a:ext cx="428625" cy="19050"/>
            </a:xfrm>
            <a:custGeom>
              <a:avLst/>
              <a:gdLst/>
              <a:ahLst/>
              <a:cxnLst/>
              <a:rect r="r" b="b" t="t" l="l"/>
              <a:pathLst>
                <a:path h="19050" w="428625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419100" y="0"/>
                  </a:lnTo>
                  <a:cubicBezTo>
                    <a:pt x="421767" y="0"/>
                    <a:pt x="423926" y="889"/>
                    <a:pt x="425831" y="2794"/>
                  </a:cubicBezTo>
                  <a:cubicBezTo>
                    <a:pt x="427736" y="4699"/>
                    <a:pt x="428625" y="6858"/>
                    <a:pt x="428625" y="9525"/>
                  </a:cubicBezTo>
                  <a:cubicBezTo>
                    <a:pt x="428625" y="12192"/>
                    <a:pt x="427736" y="14351"/>
                    <a:pt x="425831" y="16256"/>
                  </a:cubicBezTo>
                  <a:cubicBezTo>
                    <a:pt x="423926" y="18161"/>
                    <a:pt x="421767" y="19050"/>
                    <a:pt x="419100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3075" y="63500"/>
              <a:ext cx="314198" cy="323850"/>
            </a:xfrm>
            <a:custGeom>
              <a:avLst/>
              <a:gdLst/>
              <a:ahLst/>
              <a:cxnLst/>
              <a:rect r="r" b="b" t="t" l="l"/>
              <a:pathLst>
                <a:path h="323850" w="314198">
                  <a:moveTo>
                    <a:pt x="0" y="306197"/>
                  </a:moveTo>
                  <a:lnTo>
                    <a:pt x="0" y="17653"/>
                  </a:lnTo>
                  <a:cubicBezTo>
                    <a:pt x="0" y="15367"/>
                    <a:pt x="381" y="13081"/>
                    <a:pt x="1397" y="10922"/>
                  </a:cubicBezTo>
                  <a:cubicBezTo>
                    <a:pt x="2413" y="8763"/>
                    <a:pt x="3556" y="6858"/>
                    <a:pt x="5207" y="5207"/>
                  </a:cubicBezTo>
                  <a:cubicBezTo>
                    <a:pt x="6858" y="3556"/>
                    <a:pt x="8763" y="2286"/>
                    <a:pt x="10922" y="1397"/>
                  </a:cubicBezTo>
                  <a:cubicBezTo>
                    <a:pt x="13081" y="508"/>
                    <a:pt x="15367" y="0"/>
                    <a:pt x="17653" y="0"/>
                  </a:cubicBezTo>
                  <a:lnTo>
                    <a:pt x="296545" y="0"/>
                  </a:lnTo>
                  <a:cubicBezTo>
                    <a:pt x="298831" y="0"/>
                    <a:pt x="301117" y="381"/>
                    <a:pt x="303276" y="1397"/>
                  </a:cubicBezTo>
                  <a:cubicBezTo>
                    <a:pt x="305435" y="2413"/>
                    <a:pt x="307340" y="3556"/>
                    <a:pt x="308991" y="5207"/>
                  </a:cubicBezTo>
                  <a:cubicBezTo>
                    <a:pt x="310642" y="6858"/>
                    <a:pt x="311912" y="8763"/>
                    <a:pt x="312801" y="10922"/>
                  </a:cubicBezTo>
                  <a:cubicBezTo>
                    <a:pt x="313690" y="13081"/>
                    <a:pt x="314198" y="15367"/>
                    <a:pt x="314198" y="17653"/>
                  </a:cubicBezTo>
                  <a:lnTo>
                    <a:pt x="314198" y="306197"/>
                  </a:lnTo>
                  <a:cubicBezTo>
                    <a:pt x="314198" y="308483"/>
                    <a:pt x="313690" y="310769"/>
                    <a:pt x="312801" y="312928"/>
                  </a:cubicBezTo>
                  <a:cubicBezTo>
                    <a:pt x="311912" y="315087"/>
                    <a:pt x="310642" y="316992"/>
                    <a:pt x="308991" y="318643"/>
                  </a:cubicBezTo>
                  <a:cubicBezTo>
                    <a:pt x="307340" y="320294"/>
                    <a:pt x="305435" y="321564"/>
                    <a:pt x="303276" y="322453"/>
                  </a:cubicBezTo>
                  <a:cubicBezTo>
                    <a:pt x="301117" y="323342"/>
                    <a:pt x="298831" y="323850"/>
                    <a:pt x="296545" y="323850"/>
                  </a:cubicBezTo>
                  <a:lnTo>
                    <a:pt x="17780" y="323850"/>
                  </a:lnTo>
                  <a:cubicBezTo>
                    <a:pt x="15494" y="323850"/>
                    <a:pt x="13208" y="323342"/>
                    <a:pt x="11049" y="322453"/>
                  </a:cubicBezTo>
                  <a:cubicBezTo>
                    <a:pt x="8890" y="321564"/>
                    <a:pt x="6985" y="320294"/>
                    <a:pt x="5334" y="318643"/>
                  </a:cubicBezTo>
                  <a:cubicBezTo>
                    <a:pt x="3683" y="316992"/>
                    <a:pt x="2413" y="315087"/>
                    <a:pt x="1524" y="312928"/>
                  </a:cubicBezTo>
                  <a:cubicBezTo>
                    <a:pt x="635" y="310769"/>
                    <a:pt x="127" y="308483"/>
                    <a:pt x="127" y="306197"/>
                  </a:cubicBezTo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63778" y="1063625"/>
              <a:ext cx="428625" cy="19050"/>
            </a:xfrm>
            <a:custGeom>
              <a:avLst/>
              <a:gdLst/>
              <a:ahLst/>
              <a:cxnLst/>
              <a:rect r="r" b="b" t="t" l="l"/>
              <a:pathLst>
                <a:path h="19050" w="428625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419100" y="0"/>
                  </a:lnTo>
                  <a:cubicBezTo>
                    <a:pt x="421767" y="0"/>
                    <a:pt x="423926" y="889"/>
                    <a:pt x="425831" y="2794"/>
                  </a:cubicBezTo>
                  <a:cubicBezTo>
                    <a:pt x="427736" y="4699"/>
                    <a:pt x="428625" y="6858"/>
                    <a:pt x="428625" y="9525"/>
                  </a:cubicBezTo>
                  <a:cubicBezTo>
                    <a:pt x="428625" y="12192"/>
                    <a:pt x="427736" y="14351"/>
                    <a:pt x="425831" y="16256"/>
                  </a:cubicBezTo>
                  <a:cubicBezTo>
                    <a:pt x="423926" y="18161"/>
                    <a:pt x="421767" y="19050"/>
                    <a:pt x="419100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68503" y="920750"/>
              <a:ext cx="314198" cy="314325"/>
            </a:xfrm>
            <a:custGeom>
              <a:avLst/>
              <a:gdLst/>
              <a:ahLst/>
              <a:cxnLst/>
              <a:rect r="r" b="b" t="t" l="l"/>
              <a:pathLst>
                <a:path h="314325" w="314198">
                  <a:moveTo>
                    <a:pt x="0" y="296672"/>
                  </a:moveTo>
                  <a:lnTo>
                    <a:pt x="0" y="17653"/>
                  </a:lnTo>
                  <a:cubicBezTo>
                    <a:pt x="0" y="15367"/>
                    <a:pt x="508" y="13081"/>
                    <a:pt x="1397" y="10922"/>
                  </a:cubicBezTo>
                  <a:cubicBezTo>
                    <a:pt x="2286" y="8763"/>
                    <a:pt x="3556" y="6858"/>
                    <a:pt x="5207" y="5207"/>
                  </a:cubicBezTo>
                  <a:cubicBezTo>
                    <a:pt x="6858" y="3556"/>
                    <a:pt x="8763" y="2286"/>
                    <a:pt x="10922" y="1397"/>
                  </a:cubicBezTo>
                  <a:cubicBezTo>
                    <a:pt x="13081" y="508"/>
                    <a:pt x="15367" y="0"/>
                    <a:pt x="17653" y="0"/>
                  </a:cubicBezTo>
                  <a:lnTo>
                    <a:pt x="296545" y="0"/>
                  </a:lnTo>
                  <a:cubicBezTo>
                    <a:pt x="298831" y="0"/>
                    <a:pt x="301117" y="381"/>
                    <a:pt x="303276" y="1397"/>
                  </a:cubicBezTo>
                  <a:cubicBezTo>
                    <a:pt x="305435" y="2413"/>
                    <a:pt x="307340" y="3556"/>
                    <a:pt x="308991" y="5207"/>
                  </a:cubicBezTo>
                  <a:cubicBezTo>
                    <a:pt x="310642" y="6858"/>
                    <a:pt x="311912" y="8763"/>
                    <a:pt x="312801" y="10922"/>
                  </a:cubicBezTo>
                  <a:cubicBezTo>
                    <a:pt x="313690" y="13081"/>
                    <a:pt x="314198" y="15367"/>
                    <a:pt x="314198" y="17653"/>
                  </a:cubicBezTo>
                  <a:lnTo>
                    <a:pt x="314198" y="296672"/>
                  </a:lnTo>
                  <a:cubicBezTo>
                    <a:pt x="314198" y="298958"/>
                    <a:pt x="313690" y="301244"/>
                    <a:pt x="312801" y="303403"/>
                  </a:cubicBezTo>
                  <a:cubicBezTo>
                    <a:pt x="311912" y="305562"/>
                    <a:pt x="310642" y="307467"/>
                    <a:pt x="308991" y="309118"/>
                  </a:cubicBezTo>
                  <a:cubicBezTo>
                    <a:pt x="307340" y="310769"/>
                    <a:pt x="305435" y="312039"/>
                    <a:pt x="303276" y="312928"/>
                  </a:cubicBezTo>
                  <a:cubicBezTo>
                    <a:pt x="301117" y="313817"/>
                    <a:pt x="298831" y="314325"/>
                    <a:pt x="296545" y="314325"/>
                  </a:cubicBezTo>
                  <a:lnTo>
                    <a:pt x="17653" y="314325"/>
                  </a:lnTo>
                  <a:cubicBezTo>
                    <a:pt x="15240" y="314325"/>
                    <a:pt x="13081" y="313817"/>
                    <a:pt x="10922" y="312928"/>
                  </a:cubicBezTo>
                  <a:cubicBezTo>
                    <a:pt x="8763" y="312039"/>
                    <a:pt x="6858" y="310769"/>
                    <a:pt x="5207" y="309118"/>
                  </a:cubicBezTo>
                  <a:cubicBezTo>
                    <a:pt x="3556" y="307467"/>
                    <a:pt x="2286" y="305562"/>
                    <a:pt x="1397" y="303403"/>
                  </a:cubicBezTo>
                  <a:cubicBezTo>
                    <a:pt x="508" y="301244"/>
                    <a:pt x="0" y="298958"/>
                    <a:pt x="0" y="296672"/>
                  </a:cubicBezTo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906413" y="1095908"/>
            <a:ext cx="5900195" cy="37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2789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Real-World Transformation Example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63707" y="1571892"/>
            <a:ext cx="34881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b="true" sz="1394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96289" y="1526667"/>
            <a:ext cx="125778" cy="46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b="true" sz="167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96289" y="2374392"/>
            <a:ext cx="125778" cy="46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b="true" sz="167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23887" y="1733817"/>
            <a:ext cx="1760001" cy="46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b="true" sz="1394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Before</a:t>
            </a:r>
            <a:r>
              <a:rPr lang="en-US" b="true" sz="139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1394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SRMS:</a:t>
            </a:r>
            <a:r>
              <a:rPr lang="en-US" b="true" sz="139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1394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Manual Method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12516" y="2179815"/>
            <a:ext cx="27899" cy="30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66842" y="2591067"/>
            <a:ext cx="1640062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b="true" sz="1394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After SRMS: Instant Efficiency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79119" y="3027540"/>
            <a:ext cx="27899" cy="30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32234" y="2275065"/>
            <a:ext cx="1655326" cy="20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During critical periods like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35731" y="2503665"/>
            <a:ext cx="2285848" cy="884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49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admission and examination seasons, the reliance on manual files led to </a:t>
            </a:r>
          </a:p>
          <a:p>
            <a:pPr algn="r">
              <a:lnSpc>
                <a:spcPts val="1949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significant delays, errors, and long </a:t>
            </a:r>
          </a:p>
          <a:p>
            <a:pPr algn="r">
              <a:lnSpc>
                <a:spcPts val="1649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queues, creating immense stress for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13399" y="3389490"/>
            <a:ext cx="1158611" cy="22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staff and students.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06413" y="4894440"/>
            <a:ext cx="5913672" cy="44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Administrators and teachers are now freed from tedious paperwork, allowing them to redirect their focus to what truly matters: fostering student success and engagement.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66842" y="3122790"/>
            <a:ext cx="1655326" cy="20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115" spc="2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With the Student Record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66842" y="3351390"/>
            <a:ext cx="2226335" cy="111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Management System, instant data retrieval and automated report generation now save countless </a:t>
            </a:r>
          </a:p>
          <a:p>
            <a:pPr algn="l">
              <a:lnSpc>
                <a:spcPts val="1949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hours weekly, transforming chaotic </a:t>
            </a:r>
          </a:p>
          <a:p>
            <a:pPr algn="l">
              <a:lnSpc>
                <a:spcPts val="1649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processes into smooth operations.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9525"/>
            <a:ext cx="11430000" cy="1771650"/>
          </a:xfrm>
          <a:custGeom>
            <a:avLst/>
            <a:gdLst/>
            <a:ahLst/>
            <a:cxnLst/>
            <a:rect r="r" b="b" t="t" l="l"/>
            <a:pathLst>
              <a:path h="1771650" w="11430000">
                <a:moveTo>
                  <a:pt x="0" y="0"/>
                </a:moveTo>
                <a:lnTo>
                  <a:pt x="11430000" y="0"/>
                </a:lnTo>
                <a:lnTo>
                  <a:pt x="11430000" y="1771650"/>
                </a:lnTo>
                <a:lnTo>
                  <a:pt x="0" y="177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0" r="0" b="-26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55622" y="3451222"/>
            <a:ext cx="3432172" cy="1965322"/>
            <a:chOff x="0" y="0"/>
            <a:chExt cx="3432175" cy="19653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3305175" cy="1838198"/>
            </a:xfrm>
            <a:custGeom>
              <a:avLst/>
              <a:gdLst/>
              <a:ahLst/>
              <a:cxnLst/>
              <a:rect r="r" b="b" t="t" l="l"/>
              <a:pathLst>
                <a:path h="1838198" w="3305175">
                  <a:moveTo>
                    <a:pt x="0" y="1820545"/>
                  </a:moveTo>
                  <a:lnTo>
                    <a:pt x="0" y="17653"/>
                  </a:lnTo>
                  <a:cubicBezTo>
                    <a:pt x="0" y="15240"/>
                    <a:pt x="508" y="13081"/>
                    <a:pt x="1397" y="10922"/>
                  </a:cubicBezTo>
                  <a:cubicBezTo>
                    <a:pt x="2286" y="8763"/>
                    <a:pt x="3556" y="6858"/>
                    <a:pt x="5207" y="5207"/>
                  </a:cubicBezTo>
                  <a:cubicBezTo>
                    <a:pt x="6858" y="3556"/>
                    <a:pt x="8763" y="2286"/>
                    <a:pt x="10922" y="1397"/>
                  </a:cubicBezTo>
                  <a:cubicBezTo>
                    <a:pt x="13081" y="508"/>
                    <a:pt x="15367" y="0"/>
                    <a:pt x="17780" y="0"/>
                  </a:cubicBezTo>
                  <a:lnTo>
                    <a:pt x="3287522" y="0"/>
                  </a:lnTo>
                  <a:cubicBezTo>
                    <a:pt x="3289808" y="0"/>
                    <a:pt x="3292094" y="381"/>
                    <a:pt x="3294253" y="1397"/>
                  </a:cubicBezTo>
                  <a:cubicBezTo>
                    <a:pt x="3296412" y="2413"/>
                    <a:pt x="3298317" y="3556"/>
                    <a:pt x="3299968" y="5207"/>
                  </a:cubicBezTo>
                  <a:cubicBezTo>
                    <a:pt x="3301619" y="6858"/>
                    <a:pt x="3302889" y="8763"/>
                    <a:pt x="3303778" y="10922"/>
                  </a:cubicBezTo>
                  <a:cubicBezTo>
                    <a:pt x="3304667" y="13081"/>
                    <a:pt x="3305175" y="15367"/>
                    <a:pt x="3305175" y="17653"/>
                  </a:cubicBezTo>
                  <a:lnTo>
                    <a:pt x="3305175" y="1820545"/>
                  </a:lnTo>
                  <a:cubicBezTo>
                    <a:pt x="3305175" y="1822831"/>
                    <a:pt x="3304667" y="1825117"/>
                    <a:pt x="3303778" y="1827276"/>
                  </a:cubicBezTo>
                  <a:cubicBezTo>
                    <a:pt x="3302889" y="1829435"/>
                    <a:pt x="3301619" y="1831340"/>
                    <a:pt x="3299968" y="1832991"/>
                  </a:cubicBezTo>
                  <a:cubicBezTo>
                    <a:pt x="3298317" y="1834642"/>
                    <a:pt x="3296412" y="1835912"/>
                    <a:pt x="3294253" y="1836801"/>
                  </a:cubicBezTo>
                  <a:cubicBezTo>
                    <a:pt x="3292094" y="1837690"/>
                    <a:pt x="3289808" y="1838198"/>
                    <a:pt x="3287522" y="1838198"/>
                  </a:cubicBezTo>
                  <a:lnTo>
                    <a:pt x="17780" y="1838198"/>
                  </a:lnTo>
                  <a:cubicBezTo>
                    <a:pt x="15367" y="1838198"/>
                    <a:pt x="13208" y="1837690"/>
                    <a:pt x="11049" y="1836801"/>
                  </a:cubicBezTo>
                  <a:cubicBezTo>
                    <a:pt x="8890" y="1835912"/>
                    <a:pt x="6985" y="1834642"/>
                    <a:pt x="5334" y="1832991"/>
                  </a:cubicBezTo>
                  <a:cubicBezTo>
                    <a:pt x="3683" y="1831340"/>
                    <a:pt x="2413" y="1829435"/>
                    <a:pt x="1524" y="1827276"/>
                  </a:cubicBezTo>
                  <a:cubicBezTo>
                    <a:pt x="635" y="1825117"/>
                    <a:pt x="127" y="1822831"/>
                    <a:pt x="127" y="1820545"/>
                  </a:cubicBezTo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6248" y="206248"/>
              <a:ext cx="428752" cy="428752"/>
            </a:xfrm>
            <a:custGeom>
              <a:avLst/>
              <a:gdLst/>
              <a:ahLst/>
              <a:cxnLst/>
              <a:rect r="r" b="b" t="t" l="l"/>
              <a:pathLst>
                <a:path h="428752" w="428752">
                  <a:moveTo>
                    <a:pt x="428752" y="214376"/>
                  </a:moveTo>
                  <a:cubicBezTo>
                    <a:pt x="428752" y="221361"/>
                    <a:pt x="428371" y="228346"/>
                    <a:pt x="427736" y="235331"/>
                  </a:cubicBezTo>
                  <a:cubicBezTo>
                    <a:pt x="427101" y="242316"/>
                    <a:pt x="425958" y="249301"/>
                    <a:pt x="424688" y="256159"/>
                  </a:cubicBezTo>
                  <a:cubicBezTo>
                    <a:pt x="423418" y="263017"/>
                    <a:pt x="421640" y="269875"/>
                    <a:pt x="419608" y="276606"/>
                  </a:cubicBezTo>
                  <a:cubicBezTo>
                    <a:pt x="417576" y="283337"/>
                    <a:pt x="415163" y="289941"/>
                    <a:pt x="412496" y="296418"/>
                  </a:cubicBezTo>
                  <a:cubicBezTo>
                    <a:pt x="409829" y="302895"/>
                    <a:pt x="406781" y="309245"/>
                    <a:pt x="403479" y="315468"/>
                  </a:cubicBezTo>
                  <a:cubicBezTo>
                    <a:pt x="400177" y="321691"/>
                    <a:pt x="396621" y="327660"/>
                    <a:pt x="392684" y="333502"/>
                  </a:cubicBezTo>
                  <a:cubicBezTo>
                    <a:pt x="388747" y="339344"/>
                    <a:pt x="384556" y="344932"/>
                    <a:pt x="380111" y="350393"/>
                  </a:cubicBezTo>
                  <a:cubicBezTo>
                    <a:pt x="375666" y="355854"/>
                    <a:pt x="370967" y="361061"/>
                    <a:pt x="366014" y="366014"/>
                  </a:cubicBezTo>
                  <a:cubicBezTo>
                    <a:pt x="361061" y="370967"/>
                    <a:pt x="355854" y="375666"/>
                    <a:pt x="350393" y="380111"/>
                  </a:cubicBezTo>
                  <a:cubicBezTo>
                    <a:pt x="344932" y="384556"/>
                    <a:pt x="339344" y="388747"/>
                    <a:pt x="333502" y="392684"/>
                  </a:cubicBezTo>
                  <a:cubicBezTo>
                    <a:pt x="327660" y="396621"/>
                    <a:pt x="321691" y="400177"/>
                    <a:pt x="315468" y="403479"/>
                  </a:cubicBezTo>
                  <a:cubicBezTo>
                    <a:pt x="309245" y="406781"/>
                    <a:pt x="302895" y="409829"/>
                    <a:pt x="296418" y="412496"/>
                  </a:cubicBezTo>
                  <a:cubicBezTo>
                    <a:pt x="289941" y="415163"/>
                    <a:pt x="283337" y="417576"/>
                    <a:pt x="276606" y="419608"/>
                  </a:cubicBezTo>
                  <a:cubicBezTo>
                    <a:pt x="269875" y="421640"/>
                    <a:pt x="263144" y="423291"/>
                    <a:pt x="256159" y="424688"/>
                  </a:cubicBezTo>
                  <a:cubicBezTo>
                    <a:pt x="249174" y="426085"/>
                    <a:pt x="242316" y="427101"/>
                    <a:pt x="235331" y="427736"/>
                  </a:cubicBezTo>
                  <a:cubicBezTo>
                    <a:pt x="228346" y="428371"/>
                    <a:pt x="221361" y="428752"/>
                    <a:pt x="214376" y="428752"/>
                  </a:cubicBezTo>
                  <a:cubicBezTo>
                    <a:pt x="207391" y="428752"/>
                    <a:pt x="200406" y="428371"/>
                    <a:pt x="193421" y="427736"/>
                  </a:cubicBezTo>
                  <a:cubicBezTo>
                    <a:pt x="186436" y="427101"/>
                    <a:pt x="179451" y="426085"/>
                    <a:pt x="172593" y="424688"/>
                  </a:cubicBezTo>
                  <a:cubicBezTo>
                    <a:pt x="165735" y="423291"/>
                    <a:pt x="158877" y="421640"/>
                    <a:pt x="152146" y="419608"/>
                  </a:cubicBezTo>
                  <a:cubicBezTo>
                    <a:pt x="145415" y="417576"/>
                    <a:pt x="138811" y="415163"/>
                    <a:pt x="132334" y="412496"/>
                  </a:cubicBezTo>
                  <a:cubicBezTo>
                    <a:pt x="125857" y="409829"/>
                    <a:pt x="119507" y="406781"/>
                    <a:pt x="113284" y="403479"/>
                  </a:cubicBezTo>
                  <a:cubicBezTo>
                    <a:pt x="107061" y="400177"/>
                    <a:pt x="101092" y="396621"/>
                    <a:pt x="95250" y="392684"/>
                  </a:cubicBezTo>
                  <a:cubicBezTo>
                    <a:pt x="89408" y="388747"/>
                    <a:pt x="83820" y="384556"/>
                    <a:pt x="78359" y="380111"/>
                  </a:cubicBezTo>
                  <a:cubicBezTo>
                    <a:pt x="72898" y="375666"/>
                    <a:pt x="67691" y="370967"/>
                    <a:pt x="62738" y="366014"/>
                  </a:cubicBezTo>
                  <a:cubicBezTo>
                    <a:pt x="57785" y="361061"/>
                    <a:pt x="53086" y="355854"/>
                    <a:pt x="48641" y="350393"/>
                  </a:cubicBezTo>
                  <a:cubicBezTo>
                    <a:pt x="44196" y="344932"/>
                    <a:pt x="40005" y="339344"/>
                    <a:pt x="36068" y="333502"/>
                  </a:cubicBezTo>
                  <a:cubicBezTo>
                    <a:pt x="32131" y="327660"/>
                    <a:pt x="28575" y="321691"/>
                    <a:pt x="25273" y="315468"/>
                  </a:cubicBezTo>
                  <a:cubicBezTo>
                    <a:pt x="21971" y="309245"/>
                    <a:pt x="18923" y="302895"/>
                    <a:pt x="16256" y="296418"/>
                  </a:cubicBezTo>
                  <a:cubicBezTo>
                    <a:pt x="13589" y="289941"/>
                    <a:pt x="11176" y="283337"/>
                    <a:pt x="9144" y="276606"/>
                  </a:cubicBezTo>
                  <a:cubicBezTo>
                    <a:pt x="7112" y="269875"/>
                    <a:pt x="5461" y="263017"/>
                    <a:pt x="4064" y="256159"/>
                  </a:cubicBezTo>
                  <a:cubicBezTo>
                    <a:pt x="2667" y="249301"/>
                    <a:pt x="1651" y="242316"/>
                    <a:pt x="1016" y="235331"/>
                  </a:cubicBezTo>
                  <a:cubicBezTo>
                    <a:pt x="381" y="228346"/>
                    <a:pt x="0" y="221361"/>
                    <a:pt x="0" y="214376"/>
                  </a:cubicBezTo>
                  <a:cubicBezTo>
                    <a:pt x="0" y="207391"/>
                    <a:pt x="381" y="200406"/>
                    <a:pt x="1016" y="193421"/>
                  </a:cubicBezTo>
                  <a:cubicBezTo>
                    <a:pt x="1651" y="186436"/>
                    <a:pt x="2794" y="179451"/>
                    <a:pt x="4064" y="172593"/>
                  </a:cubicBezTo>
                  <a:cubicBezTo>
                    <a:pt x="5334" y="165735"/>
                    <a:pt x="7112" y="158877"/>
                    <a:pt x="9144" y="152146"/>
                  </a:cubicBezTo>
                  <a:cubicBezTo>
                    <a:pt x="11176" y="145415"/>
                    <a:pt x="13589" y="138811"/>
                    <a:pt x="16256" y="132334"/>
                  </a:cubicBezTo>
                  <a:cubicBezTo>
                    <a:pt x="18923" y="125857"/>
                    <a:pt x="21971" y="119507"/>
                    <a:pt x="25273" y="113284"/>
                  </a:cubicBezTo>
                  <a:cubicBezTo>
                    <a:pt x="28575" y="107061"/>
                    <a:pt x="32131" y="101092"/>
                    <a:pt x="36068" y="95250"/>
                  </a:cubicBezTo>
                  <a:cubicBezTo>
                    <a:pt x="40005" y="89408"/>
                    <a:pt x="44196" y="83820"/>
                    <a:pt x="48641" y="78359"/>
                  </a:cubicBezTo>
                  <a:cubicBezTo>
                    <a:pt x="53086" y="72898"/>
                    <a:pt x="57785" y="67691"/>
                    <a:pt x="62738" y="62738"/>
                  </a:cubicBezTo>
                  <a:cubicBezTo>
                    <a:pt x="67691" y="57785"/>
                    <a:pt x="72898" y="53086"/>
                    <a:pt x="78359" y="48641"/>
                  </a:cubicBezTo>
                  <a:cubicBezTo>
                    <a:pt x="83820" y="44196"/>
                    <a:pt x="89408" y="40005"/>
                    <a:pt x="95250" y="36068"/>
                  </a:cubicBezTo>
                  <a:cubicBezTo>
                    <a:pt x="101092" y="32131"/>
                    <a:pt x="107061" y="28575"/>
                    <a:pt x="113284" y="25273"/>
                  </a:cubicBezTo>
                  <a:cubicBezTo>
                    <a:pt x="119507" y="21971"/>
                    <a:pt x="125857" y="18923"/>
                    <a:pt x="132334" y="16256"/>
                  </a:cubicBezTo>
                  <a:cubicBezTo>
                    <a:pt x="138811" y="13589"/>
                    <a:pt x="145415" y="11176"/>
                    <a:pt x="152146" y="9144"/>
                  </a:cubicBezTo>
                  <a:cubicBezTo>
                    <a:pt x="158877" y="7112"/>
                    <a:pt x="165608" y="5461"/>
                    <a:pt x="172593" y="4064"/>
                  </a:cubicBezTo>
                  <a:cubicBezTo>
                    <a:pt x="179578" y="2667"/>
                    <a:pt x="186436" y="1651"/>
                    <a:pt x="193421" y="1016"/>
                  </a:cubicBezTo>
                  <a:cubicBezTo>
                    <a:pt x="200406" y="381"/>
                    <a:pt x="207391" y="0"/>
                    <a:pt x="214376" y="0"/>
                  </a:cubicBezTo>
                  <a:cubicBezTo>
                    <a:pt x="221361" y="0"/>
                    <a:pt x="228346" y="381"/>
                    <a:pt x="235331" y="1016"/>
                  </a:cubicBezTo>
                  <a:cubicBezTo>
                    <a:pt x="242316" y="1651"/>
                    <a:pt x="249301" y="2667"/>
                    <a:pt x="256159" y="4064"/>
                  </a:cubicBezTo>
                  <a:cubicBezTo>
                    <a:pt x="263017" y="5461"/>
                    <a:pt x="269875" y="7112"/>
                    <a:pt x="276606" y="9144"/>
                  </a:cubicBezTo>
                  <a:cubicBezTo>
                    <a:pt x="283337" y="11176"/>
                    <a:pt x="289941" y="13589"/>
                    <a:pt x="296418" y="16256"/>
                  </a:cubicBezTo>
                  <a:cubicBezTo>
                    <a:pt x="302895" y="18923"/>
                    <a:pt x="309245" y="21971"/>
                    <a:pt x="315468" y="25273"/>
                  </a:cubicBezTo>
                  <a:cubicBezTo>
                    <a:pt x="321691" y="28575"/>
                    <a:pt x="327660" y="32131"/>
                    <a:pt x="333502" y="36068"/>
                  </a:cubicBezTo>
                  <a:cubicBezTo>
                    <a:pt x="339344" y="40005"/>
                    <a:pt x="344932" y="44196"/>
                    <a:pt x="350393" y="48641"/>
                  </a:cubicBezTo>
                  <a:cubicBezTo>
                    <a:pt x="355854" y="53086"/>
                    <a:pt x="361061" y="57785"/>
                    <a:pt x="366014" y="62738"/>
                  </a:cubicBezTo>
                  <a:cubicBezTo>
                    <a:pt x="370967" y="67691"/>
                    <a:pt x="375666" y="72898"/>
                    <a:pt x="380111" y="78359"/>
                  </a:cubicBezTo>
                  <a:cubicBezTo>
                    <a:pt x="384556" y="83820"/>
                    <a:pt x="388747" y="89408"/>
                    <a:pt x="392684" y="95250"/>
                  </a:cubicBezTo>
                  <a:cubicBezTo>
                    <a:pt x="396621" y="101092"/>
                    <a:pt x="400177" y="107061"/>
                    <a:pt x="403479" y="113284"/>
                  </a:cubicBezTo>
                  <a:cubicBezTo>
                    <a:pt x="406781" y="119507"/>
                    <a:pt x="409829" y="125857"/>
                    <a:pt x="412496" y="132334"/>
                  </a:cubicBezTo>
                  <a:cubicBezTo>
                    <a:pt x="415163" y="138811"/>
                    <a:pt x="417576" y="145415"/>
                    <a:pt x="419608" y="152146"/>
                  </a:cubicBezTo>
                  <a:cubicBezTo>
                    <a:pt x="421640" y="158877"/>
                    <a:pt x="423291" y="165608"/>
                    <a:pt x="424688" y="172593"/>
                  </a:cubicBezTo>
                  <a:cubicBezTo>
                    <a:pt x="426085" y="179578"/>
                    <a:pt x="427101" y="186436"/>
                    <a:pt x="427736" y="193421"/>
                  </a:cubicBezTo>
                  <a:cubicBezTo>
                    <a:pt x="428371" y="200406"/>
                    <a:pt x="428752" y="207391"/>
                    <a:pt x="428752" y="214376"/>
                  </a:cubicBezTo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99619" y="392684"/>
              <a:ext cx="33745" cy="34544"/>
            </a:xfrm>
            <a:custGeom>
              <a:avLst/>
              <a:gdLst/>
              <a:ahLst/>
              <a:cxnLst/>
              <a:rect r="r" b="b" t="t" l="l"/>
              <a:pathLst>
                <a:path h="34544" w="33745">
                  <a:moveTo>
                    <a:pt x="25323" y="30353"/>
                  </a:moveTo>
                  <a:cubicBezTo>
                    <a:pt x="25450" y="26289"/>
                    <a:pt x="25450" y="16891"/>
                    <a:pt x="25069" y="14859"/>
                  </a:cubicBezTo>
                  <a:lnTo>
                    <a:pt x="29260" y="14224"/>
                  </a:lnTo>
                  <a:lnTo>
                    <a:pt x="25323" y="15621"/>
                  </a:lnTo>
                  <a:cubicBezTo>
                    <a:pt x="24561" y="13462"/>
                    <a:pt x="23926" y="12446"/>
                    <a:pt x="23037" y="11303"/>
                  </a:cubicBezTo>
                  <a:lnTo>
                    <a:pt x="26339" y="8636"/>
                  </a:lnTo>
                  <a:lnTo>
                    <a:pt x="23418" y="11811"/>
                  </a:lnTo>
                  <a:cubicBezTo>
                    <a:pt x="22021" y="10541"/>
                    <a:pt x="21005" y="9906"/>
                    <a:pt x="19989" y="9271"/>
                  </a:cubicBezTo>
                  <a:lnTo>
                    <a:pt x="22021" y="5588"/>
                  </a:lnTo>
                  <a:lnTo>
                    <a:pt x="20624" y="9525"/>
                  </a:lnTo>
                  <a:cubicBezTo>
                    <a:pt x="19481" y="9144"/>
                    <a:pt x="17703" y="8763"/>
                    <a:pt x="16687" y="8636"/>
                  </a:cubicBezTo>
                  <a:lnTo>
                    <a:pt x="16941" y="4445"/>
                  </a:lnTo>
                  <a:lnTo>
                    <a:pt x="17195" y="8636"/>
                  </a:lnTo>
                  <a:cubicBezTo>
                    <a:pt x="16052" y="8763"/>
                    <a:pt x="14655" y="9017"/>
                    <a:pt x="13258" y="9525"/>
                  </a:cubicBezTo>
                  <a:lnTo>
                    <a:pt x="11734" y="5588"/>
                  </a:lnTo>
                  <a:lnTo>
                    <a:pt x="13639" y="9398"/>
                  </a:lnTo>
                  <a:cubicBezTo>
                    <a:pt x="12496" y="10033"/>
                    <a:pt x="11353" y="10795"/>
                    <a:pt x="10591" y="11557"/>
                  </a:cubicBezTo>
                  <a:lnTo>
                    <a:pt x="7670" y="8509"/>
                  </a:lnTo>
                  <a:lnTo>
                    <a:pt x="10972" y="11176"/>
                  </a:lnTo>
                  <a:cubicBezTo>
                    <a:pt x="9829" y="12573"/>
                    <a:pt x="9194" y="13589"/>
                    <a:pt x="8432" y="15748"/>
                  </a:cubicBezTo>
                  <a:lnTo>
                    <a:pt x="4495" y="14351"/>
                  </a:lnTo>
                  <a:lnTo>
                    <a:pt x="8686" y="14859"/>
                  </a:lnTo>
                  <a:cubicBezTo>
                    <a:pt x="8432" y="16510"/>
                    <a:pt x="8305" y="26416"/>
                    <a:pt x="8432" y="30226"/>
                  </a:cubicBezTo>
                  <a:cubicBezTo>
                    <a:pt x="8559" y="32512"/>
                    <a:pt x="6654" y="34544"/>
                    <a:pt x="4368" y="34544"/>
                  </a:cubicBezTo>
                  <a:cubicBezTo>
                    <a:pt x="2082" y="34544"/>
                    <a:pt x="50" y="32766"/>
                    <a:pt x="50" y="30480"/>
                  </a:cubicBezTo>
                  <a:cubicBezTo>
                    <a:pt x="-77" y="26670"/>
                    <a:pt x="50" y="16129"/>
                    <a:pt x="304" y="13716"/>
                  </a:cubicBezTo>
                  <a:cubicBezTo>
                    <a:pt x="304" y="13462"/>
                    <a:pt x="431" y="13081"/>
                    <a:pt x="558" y="12827"/>
                  </a:cubicBezTo>
                  <a:cubicBezTo>
                    <a:pt x="1574" y="9779"/>
                    <a:pt x="2717" y="7874"/>
                    <a:pt x="4368" y="5715"/>
                  </a:cubicBezTo>
                  <a:cubicBezTo>
                    <a:pt x="4495" y="5588"/>
                    <a:pt x="4622" y="5461"/>
                    <a:pt x="4749" y="5207"/>
                  </a:cubicBezTo>
                  <a:cubicBezTo>
                    <a:pt x="6146" y="3937"/>
                    <a:pt x="7924" y="2667"/>
                    <a:pt x="9829" y="1651"/>
                  </a:cubicBezTo>
                  <a:cubicBezTo>
                    <a:pt x="9956" y="1524"/>
                    <a:pt x="10083" y="1524"/>
                    <a:pt x="10210" y="1397"/>
                  </a:cubicBezTo>
                  <a:cubicBezTo>
                    <a:pt x="12242" y="635"/>
                    <a:pt x="14401" y="127"/>
                    <a:pt x="16560" y="0"/>
                  </a:cubicBezTo>
                  <a:cubicBezTo>
                    <a:pt x="16687" y="0"/>
                    <a:pt x="16941" y="0"/>
                    <a:pt x="17068" y="0"/>
                  </a:cubicBezTo>
                  <a:cubicBezTo>
                    <a:pt x="19100" y="127"/>
                    <a:pt x="21767" y="762"/>
                    <a:pt x="23418" y="1397"/>
                  </a:cubicBezTo>
                  <a:cubicBezTo>
                    <a:pt x="23545" y="1524"/>
                    <a:pt x="23799" y="1524"/>
                    <a:pt x="23926" y="1651"/>
                  </a:cubicBezTo>
                  <a:cubicBezTo>
                    <a:pt x="25577" y="2540"/>
                    <a:pt x="27228" y="3683"/>
                    <a:pt x="29006" y="5334"/>
                  </a:cubicBezTo>
                  <a:cubicBezTo>
                    <a:pt x="29133" y="5461"/>
                    <a:pt x="29260" y="5588"/>
                    <a:pt x="29387" y="5715"/>
                  </a:cubicBezTo>
                  <a:cubicBezTo>
                    <a:pt x="30911" y="7493"/>
                    <a:pt x="32054" y="9525"/>
                    <a:pt x="33070" y="12446"/>
                  </a:cubicBezTo>
                  <a:cubicBezTo>
                    <a:pt x="33197" y="12700"/>
                    <a:pt x="33197" y="12954"/>
                    <a:pt x="33324" y="13208"/>
                  </a:cubicBezTo>
                  <a:cubicBezTo>
                    <a:pt x="33832" y="16256"/>
                    <a:pt x="33832" y="26416"/>
                    <a:pt x="33578" y="30353"/>
                  </a:cubicBezTo>
                  <a:cubicBezTo>
                    <a:pt x="33451" y="32639"/>
                    <a:pt x="31546" y="34544"/>
                    <a:pt x="29133" y="34417"/>
                  </a:cubicBezTo>
                  <a:cubicBezTo>
                    <a:pt x="26720" y="34290"/>
                    <a:pt x="24942" y="32385"/>
                    <a:pt x="25069" y="299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96494" y="453771"/>
              <a:ext cx="41027" cy="43053"/>
            </a:xfrm>
            <a:custGeom>
              <a:avLst/>
              <a:gdLst/>
              <a:ahLst/>
              <a:cxnLst/>
              <a:rect r="r" b="b" t="t" l="l"/>
              <a:pathLst>
                <a:path h="43053" w="41027">
                  <a:moveTo>
                    <a:pt x="31877" y="21463"/>
                  </a:moveTo>
                  <a:cubicBezTo>
                    <a:pt x="31750" y="19304"/>
                    <a:pt x="31623" y="17780"/>
                    <a:pt x="30988" y="16002"/>
                  </a:cubicBezTo>
                  <a:lnTo>
                    <a:pt x="35052" y="14859"/>
                  </a:lnTo>
                  <a:lnTo>
                    <a:pt x="31242" y="16637"/>
                  </a:lnTo>
                  <a:cubicBezTo>
                    <a:pt x="30607" y="15240"/>
                    <a:pt x="29591" y="13589"/>
                    <a:pt x="28702" y="12446"/>
                  </a:cubicBezTo>
                  <a:lnTo>
                    <a:pt x="32004" y="9779"/>
                  </a:lnTo>
                  <a:lnTo>
                    <a:pt x="29083" y="12827"/>
                  </a:lnTo>
                  <a:cubicBezTo>
                    <a:pt x="27559" y="11430"/>
                    <a:pt x="26416" y="10414"/>
                    <a:pt x="24765" y="9525"/>
                  </a:cubicBezTo>
                  <a:lnTo>
                    <a:pt x="26924" y="5842"/>
                  </a:lnTo>
                  <a:lnTo>
                    <a:pt x="25273" y="9779"/>
                  </a:lnTo>
                  <a:cubicBezTo>
                    <a:pt x="23749" y="9144"/>
                    <a:pt x="22225" y="8763"/>
                    <a:pt x="20320" y="8509"/>
                  </a:cubicBezTo>
                  <a:lnTo>
                    <a:pt x="20828" y="4318"/>
                  </a:lnTo>
                  <a:lnTo>
                    <a:pt x="20955" y="8509"/>
                  </a:lnTo>
                  <a:cubicBezTo>
                    <a:pt x="18796" y="8636"/>
                    <a:pt x="17018" y="8890"/>
                    <a:pt x="16002" y="9271"/>
                  </a:cubicBezTo>
                  <a:lnTo>
                    <a:pt x="14732" y="5207"/>
                  </a:lnTo>
                  <a:lnTo>
                    <a:pt x="16510" y="9017"/>
                  </a:lnTo>
                  <a:cubicBezTo>
                    <a:pt x="14605" y="9906"/>
                    <a:pt x="13335" y="10668"/>
                    <a:pt x="12319" y="11557"/>
                  </a:cubicBezTo>
                  <a:lnTo>
                    <a:pt x="9652" y="8255"/>
                  </a:lnTo>
                  <a:lnTo>
                    <a:pt x="12827" y="11049"/>
                  </a:lnTo>
                  <a:cubicBezTo>
                    <a:pt x="10795" y="13208"/>
                    <a:pt x="9525" y="15621"/>
                    <a:pt x="8636" y="18034"/>
                  </a:cubicBezTo>
                  <a:lnTo>
                    <a:pt x="4572" y="16637"/>
                  </a:lnTo>
                  <a:lnTo>
                    <a:pt x="8763" y="17145"/>
                  </a:lnTo>
                  <a:cubicBezTo>
                    <a:pt x="8509" y="19177"/>
                    <a:pt x="8382" y="26289"/>
                    <a:pt x="8382" y="38862"/>
                  </a:cubicBezTo>
                  <a:cubicBezTo>
                    <a:pt x="8382" y="41148"/>
                    <a:pt x="6477" y="43053"/>
                    <a:pt x="4191" y="43053"/>
                  </a:cubicBezTo>
                  <a:cubicBezTo>
                    <a:pt x="1905" y="43053"/>
                    <a:pt x="0" y="41148"/>
                    <a:pt x="0" y="38862"/>
                  </a:cubicBezTo>
                  <a:cubicBezTo>
                    <a:pt x="0" y="26543"/>
                    <a:pt x="127" y="18796"/>
                    <a:pt x="508" y="16129"/>
                  </a:cubicBezTo>
                  <a:cubicBezTo>
                    <a:pt x="508" y="15875"/>
                    <a:pt x="635" y="15494"/>
                    <a:pt x="762" y="15240"/>
                  </a:cubicBezTo>
                  <a:cubicBezTo>
                    <a:pt x="2032" y="11811"/>
                    <a:pt x="3937" y="8382"/>
                    <a:pt x="6731" y="5334"/>
                  </a:cubicBezTo>
                  <a:cubicBezTo>
                    <a:pt x="6858" y="5207"/>
                    <a:pt x="7112" y="4953"/>
                    <a:pt x="7239" y="4826"/>
                  </a:cubicBezTo>
                  <a:cubicBezTo>
                    <a:pt x="9017" y="3429"/>
                    <a:pt x="10795" y="2413"/>
                    <a:pt x="13208" y="1270"/>
                  </a:cubicBezTo>
                  <a:cubicBezTo>
                    <a:pt x="13335" y="1143"/>
                    <a:pt x="13462" y="1143"/>
                    <a:pt x="13716" y="1143"/>
                  </a:cubicBezTo>
                  <a:cubicBezTo>
                    <a:pt x="15621" y="508"/>
                    <a:pt x="18288" y="127"/>
                    <a:pt x="21082" y="0"/>
                  </a:cubicBezTo>
                  <a:cubicBezTo>
                    <a:pt x="21336" y="0"/>
                    <a:pt x="21463" y="0"/>
                    <a:pt x="21717" y="0"/>
                  </a:cubicBezTo>
                  <a:cubicBezTo>
                    <a:pt x="24384" y="254"/>
                    <a:pt x="26670" y="889"/>
                    <a:pt x="29083" y="1905"/>
                  </a:cubicBezTo>
                  <a:cubicBezTo>
                    <a:pt x="29210" y="2032"/>
                    <a:pt x="29464" y="2032"/>
                    <a:pt x="29591" y="2159"/>
                  </a:cubicBezTo>
                  <a:cubicBezTo>
                    <a:pt x="31877" y="3429"/>
                    <a:pt x="33655" y="4826"/>
                    <a:pt x="35560" y="6731"/>
                  </a:cubicBezTo>
                  <a:cubicBezTo>
                    <a:pt x="35687" y="6858"/>
                    <a:pt x="35814" y="6985"/>
                    <a:pt x="35941" y="7112"/>
                  </a:cubicBezTo>
                  <a:cubicBezTo>
                    <a:pt x="37211" y="8763"/>
                    <a:pt x="38608" y="11049"/>
                    <a:pt x="39624" y="13081"/>
                  </a:cubicBezTo>
                  <a:cubicBezTo>
                    <a:pt x="39751" y="13208"/>
                    <a:pt x="39751" y="13462"/>
                    <a:pt x="39878" y="13589"/>
                  </a:cubicBezTo>
                  <a:cubicBezTo>
                    <a:pt x="40640" y="16129"/>
                    <a:pt x="41021" y="18415"/>
                    <a:pt x="41021" y="21209"/>
                  </a:cubicBezTo>
                  <a:cubicBezTo>
                    <a:pt x="41148" y="23495"/>
                    <a:pt x="39243" y="25527"/>
                    <a:pt x="36957" y="25527"/>
                  </a:cubicBezTo>
                  <a:cubicBezTo>
                    <a:pt x="34671" y="25527"/>
                    <a:pt x="32639" y="23749"/>
                    <a:pt x="32639" y="2146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28371" y="470916"/>
              <a:ext cx="8382" cy="45212"/>
            </a:xfrm>
            <a:custGeom>
              <a:avLst/>
              <a:gdLst/>
              <a:ahLst/>
              <a:cxnLst/>
              <a:rect r="r" b="b" t="t" l="l"/>
              <a:pathLst>
                <a:path h="45212" w="8382">
                  <a:moveTo>
                    <a:pt x="0" y="41021"/>
                  </a:move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cubicBezTo>
                    <a:pt x="6477" y="0"/>
                    <a:pt x="8382" y="1905"/>
                    <a:pt x="8382" y="4191"/>
                  </a:cubicBezTo>
                  <a:lnTo>
                    <a:pt x="8382" y="41021"/>
                  </a:lnTo>
                  <a:cubicBezTo>
                    <a:pt x="8382" y="43307"/>
                    <a:pt x="6477" y="45212"/>
                    <a:pt x="4191" y="45212"/>
                  </a:cubicBezTo>
                  <a:cubicBezTo>
                    <a:pt x="1905" y="45212"/>
                    <a:pt x="0" y="43307"/>
                    <a:pt x="0" y="4102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40106" y="507619"/>
              <a:ext cx="152400" cy="8382"/>
            </a:xfrm>
            <a:custGeom>
              <a:avLst/>
              <a:gdLst/>
              <a:ahLst/>
              <a:cxnLst/>
              <a:rect r="r" b="b" t="t" l="l"/>
              <a:pathLst>
                <a:path h="8382" w="152400">
                  <a:moveTo>
                    <a:pt x="148209" y="8382"/>
                  </a:moveTo>
                  <a:lnTo>
                    <a:pt x="4191" y="8382"/>
                  </a:lnTo>
                  <a:cubicBezTo>
                    <a:pt x="1905" y="8382"/>
                    <a:pt x="0" y="6477"/>
                    <a:pt x="0" y="4191"/>
                  </a:cubicBezTo>
                  <a:cubicBezTo>
                    <a:pt x="0" y="1905"/>
                    <a:pt x="1905" y="0"/>
                    <a:pt x="4191" y="0"/>
                  </a:cubicBezTo>
                  <a:lnTo>
                    <a:pt x="148209" y="0"/>
                  </a:lnTo>
                  <a:cubicBezTo>
                    <a:pt x="150495" y="0"/>
                    <a:pt x="152400" y="1905"/>
                    <a:pt x="152400" y="4191"/>
                  </a:cubicBezTo>
                  <a:cubicBezTo>
                    <a:pt x="152400" y="6477"/>
                    <a:pt x="150495" y="8382"/>
                    <a:pt x="148209" y="83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12181" y="358674"/>
              <a:ext cx="80386" cy="65988"/>
            </a:xfrm>
            <a:custGeom>
              <a:avLst/>
              <a:gdLst/>
              <a:ahLst/>
              <a:cxnLst/>
              <a:rect r="r" b="b" t="t" l="l"/>
              <a:pathLst>
                <a:path h="65988" w="80386">
                  <a:moveTo>
                    <a:pt x="73467" y="64998"/>
                  </a:moveTo>
                  <a:lnTo>
                    <a:pt x="1585" y="7594"/>
                  </a:lnTo>
                  <a:cubicBezTo>
                    <a:pt x="-193" y="6070"/>
                    <a:pt x="-574" y="3530"/>
                    <a:pt x="950" y="1625"/>
                  </a:cubicBezTo>
                  <a:cubicBezTo>
                    <a:pt x="2474" y="-280"/>
                    <a:pt x="5014" y="-534"/>
                    <a:pt x="6919" y="990"/>
                  </a:cubicBezTo>
                  <a:lnTo>
                    <a:pt x="78801" y="58394"/>
                  </a:lnTo>
                  <a:cubicBezTo>
                    <a:pt x="80579" y="59918"/>
                    <a:pt x="80960" y="62458"/>
                    <a:pt x="79436" y="64363"/>
                  </a:cubicBezTo>
                  <a:cubicBezTo>
                    <a:pt x="77912" y="66268"/>
                    <a:pt x="75372" y="66522"/>
                    <a:pt x="73467" y="6499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84251" y="416179"/>
              <a:ext cx="8382" cy="99822"/>
            </a:xfrm>
            <a:custGeom>
              <a:avLst/>
              <a:gdLst/>
              <a:ahLst/>
              <a:cxnLst/>
              <a:rect r="r" b="b" t="t" l="l"/>
              <a:pathLst>
                <a:path h="99822" w="8382">
                  <a:moveTo>
                    <a:pt x="8382" y="4191"/>
                  </a:moveTo>
                  <a:lnTo>
                    <a:pt x="8382" y="95631"/>
                  </a:lnTo>
                  <a:cubicBezTo>
                    <a:pt x="8382" y="97917"/>
                    <a:pt x="6477" y="99822"/>
                    <a:pt x="4191" y="99822"/>
                  </a:cubicBezTo>
                  <a:cubicBezTo>
                    <a:pt x="1905" y="99822"/>
                    <a:pt x="0" y="97917"/>
                    <a:pt x="0" y="95631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cubicBezTo>
                    <a:pt x="6477" y="0"/>
                    <a:pt x="8382" y="1905"/>
                    <a:pt x="8382" y="41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40233" y="416052"/>
              <a:ext cx="8382" cy="99949"/>
            </a:xfrm>
            <a:custGeom>
              <a:avLst/>
              <a:gdLst/>
              <a:ahLst/>
              <a:cxnLst/>
              <a:rect r="r" b="b" t="t" l="l"/>
              <a:pathLst>
                <a:path h="99949" w="8382">
                  <a:moveTo>
                    <a:pt x="8382" y="4191"/>
                  </a:moveTo>
                  <a:lnTo>
                    <a:pt x="8382" y="95758"/>
                  </a:lnTo>
                  <a:cubicBezTo>
                    <a:pt x="8382" y="98044"/>
                    <a:pt x="6477" y="99949"/>
                    <a:pt x="4191" y="99949"/>
                  </a:cubicBezTo>
                  <a:cubicBezTo>
                    <a:pt x="1905" y="99949"/>
                    <a:pt x="0" y="98044"/>
                    <a:pt x="0" y="95758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cubicBezTo>
                    <a:pt x="6477" y="0"/>
                    <a:pt x="8382" y="1905"/>
                    <a:pt x="8382" y="41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2552" y="358641"/>
              <a:ext cx="88133" cy="71643"/>
            </a:xfrm>
            <a:custGeom>
              <a:avLst/>
              <a:gdLst/>
              <a:ahLst/>
              <a:cxnLst/>
              <a:rect r="r" b="b" t="t" l="l"/>
              <a:pathLst>
                <a:path h="71643" w="88133">
                  <a:moveTo>
                    <a:pt x="86548" y="7500"/>
                  </a:moveTo>
                  <a:lnTo>
                    <a:pt x="6919" y="70746"/>
                  </a:lnTo>
                  <a:cubicBezTo>
                    <a:pt x="5141" y="72143"/>
                    <a:pt x="2474" y="71889"/>
                    <a:pt x="950" y="70111"/>
                  </a:cubicBezTo>
                  <a:cubicBezTo>
                    <a:pt x="-574" y="68333"/>
                    <a:pt x="-193" y="65666"/>
                    <a:pt x="1585" y="64142"/>
                  </a:cubicBezTo>
                  <a:lnTo>
                    <a:pt x="81214" y="896"/>
                  </a:lnTo>
                  <a:cubicBezTo>
                    <a:pt x="82992" y="-501"/>
                    <a:pt x="85659" y="-247"/>
                    <a:pt x="87183" y="1531"/>
                  </a:cubicBezTo>
                  <a:cubicBezTo>
                    <a:pt x="88707" y="3309"/>
                    <a:pt x="88326" y="5976"/>
                    <a:pt x="86548" y="7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12242" y="323342"/>
              <a:ext cx="41148" cy="8509"/>
            </a:xfrm>
            <a:custGeom>
              <a:avLst/>
              <a:gdLst/>
              <a:ahLst/>
              <a:cxnLst/>
              <a:rect r="r" b="b" t="t" l="l"/>
              <a:pathLst>
                <a:path h="8509" w="41148">
                  <a:moveTo>
                    <a:pt x="36957" y="8509"/>
                  </a:moveTo>
                  <a:lnTo>
                    <a:pt x="4191" y="8382"/>
                  </a:lnTo>
                  <a:cubicBezTo>
                    <a:pt x="1905" y="8382"/>
                    <a:pt x="0" y="6477"/>
                    <a:pt x="0" y="4191"/>
                  </a:cubicBezTo>
                  <a:cubicBezTo>
                    <a:pt x="0" y="1905"/>
                    <a:pt x="1905" y="0"/>
                    <a:pt x="4191" y="0"/>
                  </a:cubicBezTo>
                  <a:lnTo>
                    <a:pt x="36957" y="127"/>
                  </a:lnTo>
                  <a:cubicBezTo>
                    <a:pt x="39243" y="127"/>
                    <a:pt x="41148" y="2032"/>
                    <a:pt x="41148" y="4318"/>
                  </a:cubicBezTo>
                  <a:cubicBezTo>
                    <a:pt x="41148" y="6604"/>
                    <a:pt x="39243" y="8509"/>
                    <a:pt x="36957" y="85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44881" y="323469"/>
              <a:ext cx="8509" cy="30607"/>
            </a:xfrm>
            <a:custGeom>
              <a:avLst/>
              <a:gdLst/>
              <a:ahLst/>
              <a:cxnLst/>
              <a:rect r="r" b="b" t="t" l="l"/>
              <a:pathLst>
                <a:path h="30607" w="8509">
                  <a:moveTo>
                    <a:pt x="8509" y="4191"/>
                  </a:moveTo>
                  <a:lnTo>
                    <a:pt x="8382" y="26416"/>
                  </a:lnTo>
                  <a:cubicBezTo>
                    <a:pt x="8382" y="28702"/>
                    <a:pt x="6477" y="30607"/>
                    <a:pt x="4191" y="30607"/>
                  </a:cubicBezTo>
                  <a:cubicBezTo>
                    <a:pt x="1905" y="30607"/>
                    <a:pt x="0" y="28702"/>
                    <a:pt x="0" y="26416"/>
                  </a:cubicBezTo>
                  <a:lnTo>
                    <a:pt x="127" y="4191"/>
                  </a:lnTo>
                  <a:cubicBezTo>
                    <a:pt x="127" y="1905"/>
                    <a:pt x="2032" y="0"/>
                    <a:pt x="4318" y="0"/>
                  </a:cubicBezTo>
                  <a:cubicBezTo>
                    <a:pt x="6604" y="0"/>
                    <a:pt x="8509" y="1905"/>
                    <a:pt x="8509" y="41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12242" y="345694"/>
              <a:ext cx="41021" cy="8382"/>
            </a:xfrm>
            <a:custGeom>
              <a:avLst/>
              <a:gdLst/>
              <a:ahLst/>
              <a:cxnLst/>
              <a:rect r="r" b="b" t="t" l="l"/>
              <a:pathLst>
                <a:path h="8382" w="41021">
                  <a:moveTo>
                    <a:pt x="36830" y="8382"/>
                  </a:moveTo>
                  <a:lnTo>
                    <a:pt x="4191" y="8382"/>
                  </a:lnTo>
                  <a:cubicBezTo>
                    <a:pt x="1905" y="8382"/>
                    <a:pt x="0" y="6477"/>
                    <a:pt x="0" y="4191"/>
                  </a:cubicBezTo>
                  <a:cubicBezTo>
                    <a:pt x="0" y="1905"/>
                    <a:pt x="1905" y="0"/>
                    <a:pt x="4191" y="0"/>
                  </a:cubicBezTo>
                  <a:lnTo>
                    <a:pt x="36830" y="0"/>
                  </a:lnTo>
                  <a:cubicBezTo>
                    <a:pt x="39116" y="0"/>
                    <a:pt x="41021" y="1905"/>
                    <a:pt x="41021" y="4191"/>
                  </a:cubicBezTo>
                  <a:cubicBezTo>
                    <a:pt x="41021" y="6477"/>
                    <a:pt x="39116" y="8382"/>
                    <a:pt x="36830" y="83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12242" y="316484"/>
              <a:ext cx="8382" cy="50546"/>
            </a:xfrm>
            <a:custGeom>
              <a:avLst/>
              <a:gdLst/>
              <a:ahLst/>
              <a:cxnLst/>
              <a:rect r="r" b="b" t="t" l="l"/>
              <a:pathLst>
                <a:path h="50546" w="8382">
                  <a:moveTo>
                    <a:pt x="0" y="46355"/>
                  </a:move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cubicBezTo>
                    <a:pt x="6477" y="0"/>
                    <a:pt x="8382" y="1905"/>
                    <a:pt x="8382" y="4191"/>
                  </a:cubicBezTo>
                  <a:lnTo>
                    <a:pt x="8382" y="46355"/>
                  </a:lnTo>
                  <a:cubicBezTo>
                    <a:pt x="8382" y="48641"/>
                    <a:pt x="6477" y="50546"/>
                    <a:pt x="4191" y="50546"/>
                  </a:cubicBezTo>
                  <a:cubicBezTo>
                    <a:pt x="1905" y="50546"/>
                    <a:pt x="0" y="48641"/>
                    <a:pt x="0" y="463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84139" y="415305"/>
              <a:ext cx="15717" cy="14701"/>
            </a:xfrm>
            <a:custGeom>
              <a:avLst/>
              <a:gdLst/>
              <a:ahLst/>
              <a:cxnLst/>
              <a:rect r="r" b="b" t="t" l="l"/>
              <a:pathLst>
                <a:path h="14701" w="15717">
                  <a:moveTo>
                    <a:pt x="6970" y="1001"/>
                  </a:moveTo>
                  <a:lnTo>
                    <a:pt x="14209" y="7224"/>
                  </a:lnTo>
                  <a:cubicBezTo>
                    <a:pt x="15987" y="8748"/>
                    <a:pt x="16241" y="11415"/>
                    <a:pt x="14717" y="13193"/>
                  </a:cubicBezTo>
                  <a:cubicBezTo>
                    <a:pt x="13193" y="14971"/>
                    <a:pt x="10526" y="15225"/>
                    <a:pt x="8748" y="13701"/>
                  </a:cubicBezTo>
                  <a:lnTo>
                    <a:pt x="1509" y="7478"/>
                  </a:lnTo>
                  <a:cubicBezTo>
                    <a:pt x="-269" y="5954"/>
                    <a:pt x="-523" y="3287"/>
                    <a:pt x="1001" y="1509"/>
                  </a:cubicBezTo>
                  <a:cubicBezTo>
                    <a:pt x="2525" y="-269"/>
                    <a:pt x="5192" y="-523"/>
                    <a:pt x="6970" y="10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99669" y="418973"/>
              <a:ext cx="33655" cy="8509"/>
            </a:xfrm>
            <a:custGeom>
              <a:avLst/>
              <a:gdLst/>
              <a:ahLst/>
              <a:cxnLst/>
              <a:rect r="r" b="b" t="t" l="l"/>
              <a:pathLst>
                <a:path h="8509" w="33655">
                  <a:moveTo>
                    <a:pt x="29464" y="8509"/>
                  </a:moveTo>
                  <a:lnTo>
                    <a:pt x="4191" y="8382"/>
                  </a:lnTo>
                  <a:cubicBezTo>
                    <a:pt x="1905" y="8382"/>
                    <a:pt x="0" y="6477"/>
                    <a:pt x="0" y="4191"/>
                  </a:cubicBezTo>
                  <a:cubicBezTo>
                    <a:pt x="0" y="1905"/>
                    <a:pt x="1905" y="0"/>
                    <a:pt x="4191" y="0"/>
                  </a:cubicBezTo>
                  <a:lnTo>
                    <a:pt x="29464" y="127"/>
                  </a:lnTo>
                  <a:cubicBezTo>
                    <a:pt x="31750" y="127"/>
                    <a:pt x="33655" y="2032"/>
                    <a:pt x="33655" y="4318"/>
                  </a:cubicBezTo>
                  <a:cubicBezTo>
                    <a:pt x="33655" y="6604"/>
                    <a:pt x="31750" y="8509"/>
                    <a:pt x="29464" y="85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61315" y="442214"/>
              <a:ext cx="29718" cy="8636"/>
            </a:xfrm>
            <a:custGeom>
              <a:avLst/>
              <a:gdLst/>
              <a:ahLst/>
              <a:cxnLst/>
              <a:rect r="r" b="b" t="t" l="l"/>
              <a:pathLst>
                <a:path h="8636" w="29718">
                  <a:moveTo>
                    <a:pt x="25400" y="8636"/>
                  </a:moveTo>
                  <a:lnTo>
                    <a:pt x="4191" y="8509"/>
                  </a:lnTo>
                  <a:cubicBezTo>
                    <a:pt x="1905" y="8509"/>
                    <a:pt x="0" y="6604"/>
                    <a:pt x="0" y="4191"/>
                  </a:cubicBezTo>
                  <a:cubicBezTo>
                    <a:pt x="0" y="1778"/>
                    <a:pt x="1905" y="0"/>
                    <a:pt x="4318" y="0"/>
                  </a:cubicBezTo>
                  <a:lnTo>
                    <a:pt x="25527" y="127"/>
                  </a:lnTo>
                  <a:cubicBezTo>
                    <a:pt x="27813" y="127"/>
                    <a:pt x="29718" y="2032"/>
                    <a:pt x="29718" y="4445"/>
                  </a:cubicBezTo>
                  <a:cubicBezTo>
                    <a:pt x="29718" y="6858"/>
                    <a:pt x="27813" y="8636"/>
                    <a:pt x="25400" y="86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82270" y="442341"/>
              <a:ext cx="8636" cy="30480"/>
            </a:xfrm>
            <a:custGeom>
              <a:avLst/>
              <a:gdLst/>
              <a:ahLst/>
              <a:cxnLst/>
              <a:rect r="r" b="b" t="t" l="l"/>
              <a:pathLst>
                <a:path h="30480" w="8636">
                  <a:moveTo>
                    <a:pt x="8636" y="4318"/>
                  </a:moveTo>
                  <a:lnTo>
                    <a:pt x="8509" y="26289"/>
                  </a:lnTo>
                  <a:cubicBezTo>
                    <a:pt x="8509" y="28575"/>
                    <a:pt x="6604" y="30480"/>
                    <a:pt x="4191" y="30480"/>
                  </a:cubicBezTo>
                  <a:cubicBezTo>
                    <a:pt x="1778" y="30480"/>
                    <a:pt x="0" y="28575"/>
                    <a:pt x="0" y="26162"/>
                  </a:cubicBezTo>
                  <a:lnTo>
                    <a:pt x="127" y="4191"/>
                  </a:lnTo>
                  <a:cubicBezTo>
                    <a:pt x="127" y="1905"/>
                    <a:pt x="2032" y="0"/>
                    <a:pt x="4445" y="0"/>
                  </a:cubicBezTo>
                  <a:cubicBezTo>
                    <a:pt x="6858" y="0"/>
                    <a:pt x="8636" y="1905"/>
                    <a:pt x="8636" y="43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61569" y="464439"/>
              <a:ext cx="29210" cy="8382"/>
            </a:xfrm>
            <a:custGeom>
              <a:avLst/>
              <a:gdLst/>
              <a:ahLst/>
              <a:cxnLst/>
              <a:rect r="r" b="b" t="t" l="l"/>
              <a:pathLst>
                <a:path h="8382" w="29210">
                  <a:moveTo>
                    <a:pt x="25019" y="8382"/>
                  </a:moveTo>
                  <a:lnTo>
                    <a:pt x="4191" y="8382"/>
                  </a:lnTo>
                  <a:cubicBezTo>
                    <a:pt x="1905" y="8382"/>
                    <a:pt x="0" y="6477"/>
                    <a:pt x="0" y="4191"/>
                  </a:cubicBezTo>
                  <a:cubicBezTo>
                    <a:pt x="0" y="1905"/>
                    <a:pt x="1905" y="0"/>
                    <a:pt x="4191" y="0"/>
                  </a:cubicBezTo>
                  <a:lnTo>
                    <a:pt x="25019" y="0"/>
                  </a:lnTo>
                  <a:cubicBezTo>
                    <a:pt x="27305" y="0"/>
                    <a:pt x="29210" y="1905"/>
                    <a:pt x="29210" y="4191"/>
                  </a:cubicBezTo>
                  <a:cubicBezTo>
                    <a:pt x="29210" y="6477"/>
                    <a:pt x="27305" y="8382"/>
                    <a:pt x="25019" y="83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61315" y="442208"/>
              <a:ext cx="8636" cy="30618"/>
            </a:xfrm>
            <a:custGeom>
              <a:avLst/>
              <a:gdLst/>
              <a:ahLst/>
              <a:cxnLst/>
              <a:rect r="r" b="b" t="t" l="l"/>
              <a:pathLst>
                <a:path h="30618" w="8636">
                  <a:moveTo>
                    <a:pt x="127" y="26422"/>
                  </a:moveTo>
                  <a:lnTo>
                    <a:pt x="0" y="4324"/>
                  </a:lnTo>
                  <a:cubicBezTo>
                    <a:pt x="0" y="2038"/>
                    <a:pt x="1905" y="133"/>
                    <a:pt x="4191" y="6"/>
                  </a:cubicBezTo>
                  <a:cubicBezTo>
                    <a:pt x="6477" y="-121"/>
                    <a:pt x="8382" y="1911"/>
                    <a:pt x="8509" y="4197"/>
                  </a:cubicBezTo>
                  <a:lnTo>
                    <a:pt x="8636" y="26295"/>
                  </a:lnTo>
                  <a:cubicBezTo>
                    <a:pt x="8636" y="28581"/>
                    <a:pt x="6731" y="30486"/>
                    <a:pt x="4445" y="30613"/>
                  </a:cubicBezTo>
                  <a:cubicBezTo>
                    <a:pt x="2159" y="30740"/>
                    <a:pt x="254" y="28708"/>
                    <a:pt x="127" y="264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442087" y="442214"/>
              <a:ext cx="29718" cy="8636"/>
            </a:xfrm>
            <a:custGeom>
              <a:avLst/>
              <a:gdLst/>
              <a:ahLst/>
              <a:cxnLst/>
              <a:rect r="r" b="b" t="t" l="l"/>
              <a:pathLst>
                <a:path h="8636" w="29718">
                  <a:moveTo>
                    <a:pt x="25400" y="8636"/>
                  </a:moveTo>
                  <a:lnTo>
                    <a:pt x="4191" y="8509"/>
                  </a:lnTo>
                  <a:cubicBezTo>
                    <a:pt x="1905" y="8509"/>
                    <a:pt x="0" y="6604"/>
                    <a:pt x="0" y="4191"/>
                  </a:cubicBezTo>
                  <a:cubicBezTo>
                    <a:pt x="0" y="1778"/>
                    <a:pt x="1905" y="0"/>
                    <a:pt x="4318" y="0"/>
                  </a:cubicBezTo>
                  <a:lnTo>
                    <a:pt x="25527" y="127"/>
                  </a:lnTo>
                  <a:cubicBezTo>
                    <a:pt x="27813" y="127"/>
                    <a:pt x="29718" y="2032"/>
                    <a:pt x="29718" y="4445"/>
                  </a:cubicBezTo>
                  <a:cubicBezTo>
                    <a:pt x="29718" y="6858"/>
                    <a:pt x="27813" y="8636"/>
                    <a:pt x="25400" y="86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463042" y="442341"/>
              <a:ext cx="8636" cy="30353"/>
            </a:xfrm>
            <a:custGeom>
              <a:avLst/>
              <a:gdLst/>
              <a:ahLst/>
              <a:cxnLst/>
              <a:rect r="r" b="b" t="t" l="l"/>
              <a:pathLst>
                <a:path h="30353" w="8636">
                  <a:moveTo>
                    <a:pt x="8636" y="4318"/>
                  </a:moveTo>
                  <a:lnTo>
                    <a:pt x="8509" y="26162"/>
                  </a:lnTo>
                  <a:cubicBezTo>
                    <a:pt x="8509" y="28448"/>
                    <a:pt x="6604" y="30353"/>
                    <a:pt x="4191" y="30353"/>
                  </a:cubicBezTo>
                  <a:cubicBezTo>
                    <a:pt x="1778" y="30353"/>
                    <a:pt x="0" y="28448"/>
                    <a:pt x="0" y="26035"/>
                  </a:cubicBezTo>
                  <a:lnTo>
                    <a:pt x="127" y="4191"/>
                  </a:lnTo>
                  <a:cubicBezTo>
                    <a:pt x="127" y="1905"/>
                    <a:pt x="2032" y="0"/>
                    <a:pt x="4445" y="0"/>
                  </a:cubicBezTo>
                  <a:cubicBezTo>
                    <a:pt x="6858" y="0"/>
                    <a:pt x="8636" y="1905"/>
                    <a:pt x="8636" y="43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442087" y="464439"/>
              <a:ext cx="29464" cy="8509"/>
            </a:xfrm>
            <a:custGeom>
              <a:avLst/>
              <a:gdLst/>
              <a:ahLst/>
              <a:cxnLst/>
              <a:rect r="r" b="b" t="t" l="l"/>
              <a:pathLst>
                <a:path h="8509" w="29464">
                  <a:moveTo>
                    <a:pt x="25273" y="8382"/>
                  </a:moveTo>
                  <a:lnTo>
                    <a:pt x="4191" y="8509"/>
                  </a:lnTo>
                  <a:cubicBezTo>
                    <a:pt x="1905" y="8509"/>
                    <a:pt x="0" y="6604"/>
                    <a:pt x="0" y="4318"/>
                  </a:cubicBezTo>
                  <a:cubicBezTo>
                    <a:pt x="0" y="2032"/>
                    <a:pt x="1905" y="127"/>
                    <a:pt x="4191" y="127"/>
                  </a:cubicBezTo>
                  <a:lnTo>
                    <a:pt x="25273" y="0"/>
                  </a:lnTo>
                  <a:cubicBezTo>
                    <a:pt x="27559" y="0"/>
                    <a:pt x="29464" y="1905"/>
                    <a:pt x="29464" y="4191"/>
                  </a:cubicBezTo>
                  <a:cubicBezTo>
                    <a:pt x="29464" y="6477"/>
                    <a:pt x="27559" y="8382"/>
                    <a:pt x="25273" y="83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442214" y="442341"/>
              <a:ext cx="8382" cy="30480"/>
            </a:xfrm>
            <a:custGeom>
              <a:avLst/>
              <a:gdLst/>
              <a:ahLst/>
              <a:cxnLst/>
              <a:rect r="r" b="b" t="t" l="l"/>
              <a:pathLst>
                <a:path h="30480" w="8382">
                  <a:moveTo>
                    <a:pt x="8382" y="4191"/>
                  </a:moveTo>
                  <a:lnTo>
                    <a:pt x="8382" y="26289"/>
                  </a:lnTo>
                  <a:cubicBezTo>
                    <a:pt x="8382" y="28575"/>
                    <a:pt x="6477" y="30480"/>
                    <a:pt x="4191" y="30480"/>
                  </a:cubicBezTo>
                  <a:cubicBezTo>
                    <a:pt x="1905" y="30480"/>
                    <a:pt x="0" y="28575"/>
                    <a:pt x="0" y="2628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cubicBezTo>
                    <a:pt x="6477" y="0"/>
                    <a:pt x="8382" y="1905"/>
                    <a:pt x="8382" y="41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96367" y="488442"/>
              <a:ext cx="8382" cy="27686"/>
            </a:xfrm>
            <a:custGeom>
              <a:avLst/>
              <a:gdLst/>
              <a:ahLst/>
              <a:cxnLst/>
              <a:rect r="r" b="b" t="t" l="l"/>
              <a:pathLst>
                <a:path h="27686" w="8382">
                  <a:moveTo>
                    <a:pt x="8382" y="4191"/>
                  </a:moveTo>
                  <a:lnTo>
                    <a:pt x="8382" y="23495"/>
                  </a:lnTo>
                  <a:cubicBezTo>
                    <a:pt x="8382" y="25781"/>
                    <a:pt x="6477" y="27686"/>
                    <a:pt x="4191" y="27686"/>
                  </a:cubicBezTo>
                  <a:cubicBezTo>
                    <a:pt x="1905" y="27686"/>
                    <a:pt x="0" y="25781"/>
                    <a:pt x="0" y="23495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cubicBezTo>
                    <a:pt x="6477" y="0"/>
                    <a:pt x="8382" y="1905"/>
                    <a:pt x="8382" y="41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4003672" y="3451222"/>
            <a:ext cx="3422647" cy="1965322"/>
            <a:chOff x="0" y="0"/>
            <a:chExt cx="3422650" cy="19653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0" y="63500"/>
              <a:ext cx="3295523" cy="1838198"/>
            </a:xfrm>
            <a:custGeom>
              <a:avLst/>
              <a:gdLst/>
              <a:ahLst/>
              <a:cxnLst/>
              <a:rect r="r" b="b" t="t" l="l"/>
              <a:pathLst>
                <a:path h="1838198" w="3295523">
                  <a:moveTo>
                    <a:pt x="0" y="1820545"/>
                  </a:moveTo>
                  <a:lnTo>
                    <a:pt x="0" y="17653"/>
                  </a:lnTo>
                  <a:cubicBezTo>
                    <a:pt x="0" y="15240"/>
                    <a:pt x="508" y="13081"/>
                    <a:pt x="1397" y="10922"/>
                  </a:cubicBezTo>
                  <a:cubicBezTo>
                    <a:pt x="2286" y="8763"/>
                    <a:pt x="3556" y="6858"/>
                    <a:pt x="5207" y="5207"/>
                  </a:cubicBezTo>
                  <a:cubicBezTo>
                    <a:pt x="6858" y="3556"/>
                    <a:pt x="8763" y="2286"/>
                    <a:pt x="10922" y="1397"/>
                  </a:cubicBezTo>
                  <a:cubicBezTo>
                    <a:pt x="13081" y="508"/>
                    <a:pt x="15367" y="0"/>
                    <a:pt x="17653" y="0"/>
                  </a:cubicBezTo>
                  <a:lnTo>
                    <a:pt x="3277870" y="0"/>
                  </a:lnTo>
                  <a:cubicBezTo>
                    <a:pt x="3280156" y="0"/>
                    <a:pt x="3282442" y="381"/>
                    <a:pt x="3284601" y="1397"/>
                  </a:cubicBezTo>
                  <a:cubicBezTo>
                    <a:pt x="3286760" y="2413"/>
                    <a:pt x="3288665" y="3556"/>
                    <a:pt x="3290316" y="5207"/>
                  </a:cubicBezTo>
                  <a:cubicBezTo>
                    <a:pt x="3291967" y="6858"/>
                    <a:pt x="3293237" y="8763"/>
                    <a:pt x="3294126" y="10922"/>
                  </a:cubicBezTo>
                  <a:cubicBezTo>
                    <a:pt x="3295015" y="13081"/>
                    <a:pt x="3295523" y="15367"/>
                    <a:pt x="3295523" y="17653"/>
                  </a:cubicBezTo>
                  <a:lnTo>
                    <a:pt x="3295523" y="1820545"/>
                  </a:lnTo>
                  <a:cubicBezTo>
                    <a:pt x="3295523" y="1822831"/>
                    <a:pt x="3295015" y="1825117"/>
                    <a:pt x="3294126" y="1827276"/>
                  </a:cubicBezTo>
                  <a:cubicBezTo>
                    <a:pt x="3293237" y="1829435"/>
                    <a:pt x="3291967" y="1831340"/>
                    <a:pt x="3290316" y="1832991"/>
                  </a:cubicBezTo>
                  <a:cubicBezTo>
                    <a:pt x="3288666" y="1834642"/>
                    <a:pt x="3286760" y="1835912"/>
                    <a:pt x="3284601" y="1836801"/>
                  </a:cubicBezTo>
                  <a:cubicBezTo>
                    <a:pt x="3282442" y="1837690"/>
                    <a:pt x="3280156" y="1838198"/>
                    <a:pt x="3277870" y="1838198"/>
                  </a:cubicBezTo>
                  <a:lnTo>
                    <a:pt x="17653" y="1838198"/>
                  </a:lnTo>
                  <a:cubicBezTo>
                    <a:pt x="15367" y="1838198"/>
                    <a:pt x="13081" y="1837690"/>
                    <a:pt x="10922" y="1836801"/>
                  </a:cubicBezTo>
                  <a:cubicBezTo>
                    <a:pt x="8763" y="1835912"/>
                    <a:pt x="6858" y="1834642"/>
                    <a:pt x="5207" y="1832991"/>
                  </a:cubicBezTo>
                  <a:cubicBezTo>
                    <a:pt x="3556" y="1831340"/>
                    <a:pt x="2286" y="1829435"/>
                    <a:pt x="1397" y="1827276"/>
                  </a:cubicBezTo>
                  <a:cubicBezTo>
                    <a:pt x="508" y="1825117"/>
                    <a:pt x="0" y="1822831"/>
                    <a:pt x="0" y="1820545"/>
                  </a:cubicBezTo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06375" y="206502"/>
              <a:ext cx="418719" cy="428371"/>
            </a:xfrm>
            <a:custGeom>
              <a:avLst/>
              <a:gdLst/>
              <a:ahLst/>
              <a:cxnLst/>
              <a:rect r="r" b="b" t="t" l="l"/>
              <a:pathLst>
                <a:path h="428371" w="418719">
                  <a:moveTo>
                    <a:pt x="0" y="218948"/>
                  </a:moveTo>
                  <a:lnTo>
                    <a:pt x="0" y="209423"/>
                  </a:lnTo>
                  <a:cubicBezTo>
                    <a:pt x="0" y="202565"/>
                    <a:pt x="381" y="195707"/>
                    <a:pt x="1016" y="188849"/>
                  </a:cubicBezTo>
                  <a:cubicBezTo>
                    <a:pt x="1651" y="181991"/>
                    <a:pt x="2667" y="175260"/>
                    <a:pt x="4064" y="168529"/>
                  </a:cubicBezTo>
                  <a:cubicBezTo>
                    <a:pt x="5461" y="161798"/>
                    <a:pt x="7112" y="155194"/>
                    <a:pt x="9017" y="148590"/>
                  </a:cubicBezTo>
                  <a:cubicBezTo>
                    <a:pt x="10922" y="141986"/>
                    <a:pt x="13335" y="135636"/>
                    <a:pt x="15875" y="129286"/>
                  </a:cubicBezTo>
                  <a:cubicBezTo>
                    <a:pt x="18415" y="122936"/>
                    <a:pt x="21463" y="116713"/>
                    <a:pt x="24638" y="110744"/>
                  </a:cubicBezTo>
                  <a:cubicBezTo>
                    <a:pt x="27813" y="104775"/>
                    <a:pt x="31369" y="98806"/>
                    <a:pt x="35179" y="93091"/>
                  </a:cubicBezTo>
                  <a:cubicBezTo>
                    <a:pt x="38989" y="87376"/>
                    <a:pt x="43053" y="81915"/>
                    <a:pt x="47371" y="76581"/>
                  </a:cubicBezTo>
                  <a:cubicBezTo>
                    <a:pt x="51689" y="71247"/>
                    <a:pt x="56388" y="66167"/>
                    <a:pt x="61214" y="61341"/>
                  </a:cubicBezTo>
                  <a:cubicBezTo>
                    <a:pt x="66040" y="56515"/>
                    <a:pt x="71120" y="51943"/>
                    <a:pt x="76454" y="47498"/>
                  </a:cubicBezTo>
                  <a:cubicBezTo>
                    <a:pt x="81788" y="43053"/>
                    <a:pt x="87249" y="39116"/>
                    <a:pt x="92964" y="35306"/>
                  </a:cubicBezTo>
                  <a:cubicBezTo>
                    <a:pt x="98679" y="31496"/>
                    <a:pt x="104521" y="27940"/>
                    <a:pt x="110617" y="24765"/>
                  </a:cubicBezTo>
                  <a:cubicBezTo>
                    <a:pt x="116713" y="21590"/>
                    <a:pt x="122809" y="18542"/>
                    <a:pt x="129159" y="16002"/>
                  </a:cubicBezTo>
                  <a:cubicBezTo>
                    <a:pt x="135509" y="13462"/>
                    <a:pt x="141986" y="11049"/>
                    <a:pt x="148463" y="9017"/>
                  </a:cubicBezTo>
                  <a:cubicBezTo>
                    <a:pt x="154940" y="6985"/>
                    <a:pt x="161671" y="5334"/>
                    <a:pt x="168402" y="4064"/>
                  </a:cubicBezTo>
                  <a:cubicBezTo>
                    <a:pt x="175133" y="2794"/>
                    <a:pt x="181864" y="1778"/>
                    <a:pt x="188722" y="1016"/>
                  </a:cubicBezTo>
                  <a:cubicBezTo>
                    <a:pt x="195580" y="254"/>
                    <a:pt x="202438" y="0"/>
                    <a:pt x="209296" y="0"/>
                  </a:cubicBezTo>
                  <a:cubicBezTo>
                    <a:pt x="216154" y="0"/>
                    <a:pt x="223012" y="381"/>
                    <a:pt x="229870" y="1016"/>
                  </a:cubicBezTo>
                  <a:cubicBezTo>
                    <a:pt x="236728" y="1651"/>
                    <a:pt x="243459" y="2667"/>
                    <a:pt x="250190" y="4064"/>
                  </a:cubicBezTo>
                  <a:cubicBezTo>
                    <a:pt x="256921" y="5461"/>
                    <a:pt x="263525" y="7112"/>
                    <a:pt x="270129" y="9017"/>
                  </a:cubicBezTo>
                  <a:cubicBezTo>
                    <a:pt x="276733" y="10922"/>
                    <a:pt x="283083" y="13335"/>
                    <a:pt x="289433" y="16002"/>
                  </a:cubicBezTo>
                  <a:cubicBezTo>
                    <a:pt x="295783" y="18669"/>
                    <a:pt x="302006" y="21590"/>
                    <a:pt x="307975" y="24765"/>
                  </a:cubicBezTo>
                  <a:cubicBezTo>
                    <a:pt x="313944" y="27940"/>
                    <a:pt x="319913" y="31496"/>
                    <a:pt x="325628" y="35306"/>
                  </a:cubicBezTo>
                  <a:cubicBezTo>
                    <a:pt x="331343" y="39116"/>
                    <a:pt x="336804" y="43180"/>
                    <a:pt x="342138" y="47498"/>
                  </a:cubicBezTo>
                  <a:cubicBezTo>
                    <a:pt x="347472" y="51816"/>
                    <a:pt x="352552" y="56515"/>
                    <a:pt x="357378" y="61341"/>
                  </a:cubicBezTo>
                  <a:cubicBezTo>
                    <a:pt x="362204" y="66167"/>
                    <a:pt x="366903" y="71247"/>
                    <a:pt x="371221" y="76581"/>
                  </a:cubicBezTo>
                  <a:cubicBezTo>
                    <a:pt x="375539" y="81915"/>
                    <a:pt x="379603" y="87376"/>
                    <a:pt x="383413" y="93091"/>
                  </a:cubicBezTo>
                  <a:cubicBezTo>
                    <a:pt x="387223" y="98806"/>
                    <a:pt x="390779" y="104648"/>
                    <a:pt x="393954" y="110744"/>
                  </a:cubicBezTo>
                  <a:cubicBezTo>
                    <a:pt x="397129" y="116840"/>
                    <a:pt x="400177" y="122936"/>
                    <a:pt x="402717" y="129286"/>
                  </a:cubicBezTo>
                  <a:cubicBezTo>
                    <a:pt x="405257" y="135636"/>
                    <a:pt x="407670" y="142113"/>
                    <a:pt x="409702" y="148590"/>
                  </a:cubicBezTo>
                  <a:cubicBezTo>
                    <a:pt x="411734" y="155067"/>
                    <a:pt x="413385" y="161798"/>
                    <a:pt x="414655" y="168529"/>
                  </a:cubicBezTo>
                  <a:cubicBezTo>
                    <a:pt x="415925" y="175260"/>
                    <a:pt x="416941" y="181991"/>
                    <a:pt x="417703" y="188849"/>
                  </a:cubicBezTo>
                  <a:cubicBezTo>
                    <a:pt x="418465" y="195707"/>
                    <a:pt x="418719" y="202565"/>
                    <a:pt x="418719" y="209423"/>
                  </a:cubicBezTo>
                  <a:lnTo>
                    <a:pt x="418719" y="218948"/>
                  </a:lnTo>
                  <a:cubicBezTo>
                    <a:pt x="418719" y="225806"/>
                    <a:pt x="418338" y="232664"/>
                    <a:pt x="417703" y="239522"/>
                  </a:cubicBezTo>
                  <a:cubicBezTo>
                    <a:pt x="417068" y="246380"/>
                    <a:pt x="416052" y="253111"/>
                    <a:pt x="414655" y="259842"/>
                  </a:cubicBezTo>
                  <a:cubicBezTo>
                    <a:pt x="413258" y="266573"/>
                    <a:pt x="411607" y="273177"/>
                    <a:pt x="409702" y="279781"/>
                  </a:cubicBezTo>
                  <a:cubicBezTo>
                    <a:pt x="407797" y="286385"/>
                    <a:pt x="405384" y="292735"/>
                    <a:pt x="402717" y="299085"/>
                  </a:cubicBezTo>
                  <a:cubicBezTo>
                    <a:pt x="400050" y="305435"/>
                    <a:pt x="397129" y="311658"/>
                    <a:pt x="393954" y="317627"/>
                  </a:cubicBezTo>
                  <a:cubicBezTo>
                    <a:pt x="390779" y="323596"/>
                    <a:pt x="387223" y="329565"/>
                    <a:pt x="383413" y="335280"/>
                  </a:cubicBezTo>
                  <a:cubicBezTo>
                    <a:pt x="379603" y="340995"/>
                    <a:pt x="375539" y="346456"/>
                    <a:pt x="371221" y="351790"/>
                  </a:cubicBezTo>
                  <a:cubicBezTo>
                    <a:pt x="366903" y="357124"/>
                    <a:pt x="362204" y="362204"/>
                    <a:pt x="357378" y="367030"/>
                  </a:cubicBezTo>
                  <a:cubicBezTo>
                    <a:pt x="352552" y="371856"/>
                    <a:pt x="347472" y="376555"/>
                    <a:pt x="342138" y="380873"/>
                  </a:cubicBezTo>
                  <a:cubicBezTo>
                    <a:pt x="336804" y="385191"/>
                    <a:pt x="331343" y="389255"/>
                    <a:pt x="325628" y="393065"/>
                  </a:cubicBezTo>
                  <a:cubicBezTo>
                    <a:pt x="319913" y="396875"/>
                    <a:pt x="314071" y="400431"/>
                    <a:pt x="307975" y="403606"/>
                  </a:cubicBezTo>
                  <a:cubicBezTo>
                    <a:pt x="301879" y="406781"/>
                    <a:pt x="295783" y="409829"/>
                    <a:pt x="289433" y="412369"/>
                  </a:cubicBezTo>
                  <a:cubicBezTo>
                    <a:pt x="283083" y="414909"/>
                    <a:pt x="276606" y="417322"/>
                    <a:pt x="270129" y="419354"/>
                  </a:cubicBezTo>
                  <a:cubicBezTo>
                    <a:pt x="263652" y="421386"/>
                    <a:pt x="256921" y="423037"/>
                    <a:pt x="250190" y="424307"/>
                  </a:cubicBezTo>
                  <a:cubicBezTo>
                    <a:pt x="243459" y="425577"/>
                    <a:pt x="236728" y="426593"/>
                    <a:pt x="229870" y="427355"/>
                  </a:cubicBezTo>
                  <a:cubicBezTo>
                    <a:pt x="223012" y="428117"/>
                    <a:pt x="216154" y="428371"/>
                    <a:pt x="209296" y="428371"/>
                  </a:cubicBezTo>
                  <a:cubicBezTo>
                    <a:pt x="202438" y="428371"/>
                    <a:pt x="195580" y="427990"/>
                    <a:pt x="188722" y="427355"/>
                  </a:cubicBezTo>
                  <a:cubicBezTo>
                    <a:pt x="181864" y="426720"/>
                    <a:pt x="175133" y="425704"/>
                    <a:pt x="168402" y="424307"/>
                  </a:cubicBezTo>
                  <a:cubicBezTo>
                    <a:pt x="161671" y="422910"/>
                    <a:pt x="155067" y="421259"/>
                    <a:pt x="148463" y="419354"/>
                  </a:cubicBezTo>
                  <a:cubicBezTo>
                    <a:pt x="141859" y="417449"/>
                    <a:pt x="135509" y="415036"/>
                    <a:pt x="129159" y="412369"/>
                  </a:cubicBezTo>
                  <a:cubicBezTo>
                    <a:pt x="122809" y="409702"/>
                    <a:pt x="116586" y="406781"/>
                    <a:pt x="110617" y="403606"/>
                  </a:cubicBezTo>
                  <a:cubicBezTo>
                    <a:pt x="104648" y="400431"/>
                    <a:pt x="98679" y="396875"/>
                    <a:pt x="92964" y="393065"/>
                  </a:cubicBezTo>
                  <a:cubicBezTo>
                    <a:pt x="87249" y="389255"/>
                    <a:pt x="81788" y="385191"/>
                    <a:pt x="76454" y="380873"/>
                  </a:cubicBezTo>
                  <a:cubicBezTo>
                    <a:pt x="71120" y="376555"/>
                    <a:pt x="66040" y="371856"/>
                    <a:pt x="61214" y="367030"/>
                  </a:cubicBezTo>
                  <a:cubicBezTo>
                    <a:pt x="56388" y="362204"/>
                    <a:pt x="51689" y="357124"/>
                    <a:pt x="47371" y="351790"/>
                  </a:cubicBezTo>
                  <a:cubicBezTo>
                    <a:pt x="43053" y="346456"/>
                    <a:pt x="38989" y="340995"/>
                    <a:pt x="35179" y="335280"/>
                  </a:cubicBezTo>
                  <a:cubicBezTo>
                    <a:pt x="31369" y="329565"/>
                    <a:pt x="27813" y="323723"/>
                    <a:pt x="24638" y="317627"/>
                  </a:cubicBezTo>
                  <a:cubicBezTo>
                    <a:pt x="21463" y="311531"/>
                    <a:pt x="18415" y="305435"/>
                    <a:pt x="15875" y="299085"/>
                  </a:cubicBezTo>
                  <a:cubicBezTo>
                    <a:pt x="13335" y="292735"/>
                    <a:pt x="10922" y="286258"/>
                    <a:pt x="9017" y="279781"/>
                  </a:cubicBezTo>
                  <a:cubicBezTo>
                    <a:pt x="7112" y="273304"/>
                    <a:pt x="5334" y="266573"/>
                    <a:pt x="4064" y="259842"/>
                  </a:cubicBezTo>
                  <a:cubicBezTo>
                    <a:pt x="2794" y="253111"/>
                    <a:pt x="1778" y="246380"/>
                    <a:pt x="1016" y="239522"/>
                  </a:cubicBezTo>
                  <a:cubicBezTo>
                    <a:pt x="254" y="232664"/>
                    <a:pt x="0" y="225806"/>
                    <a:pt x="0" y="218948"/>
                  </a:cubicBezTo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339090" y="340995"/>
              <a:ext cx="69596" cy="69596"/>
            </a:xfrm>
            <a:custGeom>
              <a:avLst/>
              <a:gdLst/>
              <a:ahLst/>
              <a:cxnLst/>
              <a:rect r="r" b="b" t="t" l="l"/>
              <a:pathLst>
                <a:path h="69596" w="69596">
                  <a:moveTo>
                    <a:pt x="69596" y="34798"/>
                  </a:moveTo>
                  <a:cubicBezTo>
                    <a:pt x="69596" y="39370"/>
                    <a:pt x="68707" y="43815"/>
                    <a:pt x="66929" y="48133"/>
                  </a:cubicBezTo>
                  <a:cubicBezTo>
                    <a:pt x="66929" y="48133"/>
                    <a:pt x="66929" y="48133"/>
                    <a:pt x="66929" y="48133"/>
                  </a:cubicBezTo>
                  <a:cubicBezTo>
                    <a:pt x="65151" y="52324"/>
                    <a:pt x="62611" y="56134"/>
                    <a:pt x="59436" y="59436"/>
                  </a:cubicBezTo>
                  <a:cubicBezTo>
                    <a:pt x="59436" y="59436"/>
                    <a:pt x="59436" y="59436"/>
                    <a:pt x="59436" y="59436"/>
                  </a:cubicBezTo>
                  <a:cubicBezTo>
                    <a:pt x="56134" y="62738"/>
                    <a:pt x="52451" y="65278"/>
                    <a:pt x="48133" y="66929"/>
                  </a:cubicBezTo>
                  <a:lnTo>
                    <a:pt x="46482" y="62992"/>
                  </a:lnTo>
                  <a:lnTo>
                    <a:pt x="48133" y="66929"/>
                  </a:lnTo>
                  <a:cubicBezTo>
                    <a:pt x="43815" y="68707"/>
                    <a:pt x="39370" y="69596"/>
                    <a:pt x="34798" y="69596"/>
                  </a:cubicBezTo>
                  <a:lnTo>
                    <a:pt x="34798" y="65405"/>
                  </a:lnTo>
                  <a:lnTo>
                    <a:pt x="34798" y="69596"/>
                  </a:lnTo>
                  <a:cubicBezTo>
                    <a:pt x="30226" y="69596"/>
                    <a:pt x="25781" y="68707"/>
                    <a:pt x="21463" y="66929"/>
                  </a:cubicBezTo>
                  <a:lnTo>
                    <a:pt x="23114" y="62992"/>
                  </a:lnTo>
                  <a:lnTo>
                    <a:pt x="21463" y="66929"/>
                  </a:lnTo>
                  <a:cubicBezTo>
                    <a:pt x="17272" y="65151"/>
                    <a:pt x="13462" y="62611"/>
                    <a:pt x="10160" y="59436"/>
                  </a:cubicBezTo>
                  <a:lnTo>
                    <a:pt x="13208" y="56388"/>
                  </a:lnTo>
                  <a:lnTo>
                    <a:pt x="10160" y="59436"/>
                  </a:lnTo>
                  <a:cubicBezTo>
                    <a:pt x="6858" y="56134"/>
                    <a:pt x="4318" y="52451"/>
                    <a:pt x="2667" y="48133"/>
                  </a:cubicBezTo>
                  <a:cubicBezTo>
                    <a:pt x="2667" y="48133"/>
                    <a:pt x="2667" y="48133"/>
                    <a:pt x="2667" y="48133"/>
                  </a:cubicBezTo>
                  <a:cubicBezTo>
                    <a:pt x="889" y="43815"/>
                    <a:pt x="0" y="39370"/>
                    <a:pt x="0" y="34798"/>
                  </a:cubicBezTo>
                  <a:lnTo>
                    <a:pt x="4191" y="34798"/>
                  </a:lnTo>
                  <a:lnTo>
                    <a:pt x="0" y="34798"/>
                  </a:lnTo>
                  <a:cubicBezTo>
                    <a:pt x="0" y="30226"/>
                    <a:pt x="889" y="25781"/>
                    <a:pt x="2667" y="21463"/>
                  </a:cubicBezTo>
                  <a:lnTo>
                    <a:pt x="6604" y="23114"/>
                  </a:lnTo>
                  <a:lnTo>
                    <a:pt x="2667" y="21463"/>
                  </a:lnTo>
                  <a:cubicBezTo>
                    <a:pt x="4445" y="17145"/>
                    <a:pt x="6985" y="13462"/>
                    <a:pt x="10160" y="10160"/>
                  </a:cubicBezTo>
                  <a:lnTo>
                    <a:pt x="13208" y="13208"/>
                  </a:lnTo>
                  <a:lnTo>
                    <a:pt x="10160" y="10160"/>
                  </a:lnTo>
                  <a:cubicBezTo>
                    <a:pt x="13462" y="6858"/>
                    <a:pt x="17145" y="4318"/>
                    <a:pt x="21463" y="2667"/>
                  </a:cubicBezTo>
                  <a:cubicBezTo>
                    <a:pt x="21463" y="2667"/>
                    <a:pt x="21463" y="2667"/>
                    <a:pt x="21463" y="2667"/>
                  </a:cubicBezTo>
                  <a:cubicBezTo>
                    <a:pt x="25781" y="889"/>
                    <a:pt x="30226" y="0"/>
                    <a:pt x="34798" y="0"/>
                  </a:cubicBezTo>
                  <a:lnTo>
                    <a:pt x="34798" y="4191"/>
                  </a:lnTo>
                  <a:lnTo>
                    <a:pt x="34798" y="0"/>
                  </a:lnTo>
                  <a:cubicBezTo>
                    <a:pt x="39370" y="0"/>
                    <a:pt x="43815" y="889"/>
                    <a:pt x="48133" y="2667"/>
                  </a:cubicBezTo>
                  <a:cubicBezTo>
                    <a:pt x="48133" y="2667"/>
                    <a:pt x="48133" y="2667"/>
                    <a:pt x="48133" y="2667"/>
                  </a:cubicBezTo>
                  <a:cubicBezTo>
                    <a:pt x="52324" y="4445"/>
                    <a:pt x="56134" y="6985"/>
                    <a:pt x="59436" y="10160"/>
                  </a:cubicBezTo>
                  <a:cubicBezTo>
                    <a:pt x="59436" y="10160"/>
                    <a:pt x="59436" y="10160"/>
                    <a:pt x="59436" y="10160"/>
                  </a:cubicBezTo>
                  <a:cubicBezTo>
                    <a:pt x="62738" y="13462"/>
                    <a:pt x="65151" y="17145"/>
                    <a:pt x="66929" y="21463"/>
                  </a:cubicBezTo>
                  <a:lnTo>
                    <a:pt x="62992" y="23114"/>
                  </a:lnTo>
                  <a:lnTo>
                    <a:pt x="66929" y="21463"/>
                  </a:lnTo>
                  <a:cubicBezTo>
                    <a:pt x="68707" y="25654"/>
                    <a:pt x="69596" y="30099"/>
                    <a:pt x="69596" y="34798"/>
                  </a:cubicBezTo>
                  <a:lnTo>
                    <a:pt x="65405" y="34798"/>
                  </a:lnTo>
                  <a:lnTo>
                    <a:pt x="69596" y="34798"/>
                  </a:lnTo>
                  <a:moveTo>
                    <a:pt x="61087" y="34798"/>
                  </a:moveTo>
                  <a:cubicBezTo>
                    <a:pt x="61087" y="31369"/>
                    <a:pt x="60452" y="27940"/>
                    <a:pt x="59055" y="24765"/>
                  </a:cubicBezTo>
                  <a:cubicBezTo>
                    <a:pt x="59055" y="24765"/>
                    <a:pt x="59055" y="24765"/>
                    <a:pt x="59055" y="24765"/>
                  </a:cubicBezTo>
                  <a:cubicBezTo>
                    <a:pt x="57658" y="21590"/>
                    <a:pt x="55880" y="18669"/>
                    <a:pt x="53340" y="16256"/>
                  </a:cubicBezTo>
                  <a:lnTo>
                    <a:pt x="56388" y="13208"/>
                  </a:lnTo>
                  <a:lnTo>
                    <a:pt x="53340" y="16256"/>
                  </a:lnTo>
                  <a:cubicBezTo>
                    <a:pt x="50927" y="13843"/>
                    <a:pt x="48006" y="11938"/>
                    <a:pt x="44831" y="10541"/>
                  </a:cubicBezTo>
                  <a:lnTo>
                    <a:pt x="46482" y="6604"/>
                  </a:lnTo>
                  <a:lnTo>
                    <a:pt x="44831" y="10541"/>
                  </a:lnTo>
                  <a:cubicBezTo>
                    <a:pt x="41656" y="9144"/>
                    <a:pt x="38227" y="8509"/>
                    <a:pt x="34798" y="8509"/>
                  </a:cubicBezTo>
                  <a:cubicBezTo>
                    <a:pt x="31369" y="8509"/>
                    <a:pt x="27940" y="9144"/>
                    <a:pt x="24765" y="10541"/>
                  </a:cubicBezTo>
                  <a:lnTo>
                    <a:pt x="23114" y="6604"/>
                  </a:lnTo>
                  <a:lnTo>
                    <a:pt x="24765" y="10541"/>
                  </a:lnTo>
                  <a:cubicBezTo>
                    <a:pt x="21463" y="11938"/>
                    <a:pt x="18669" y="13843"/>
                    <a:pt x="16256" y="16256"/>
                  </a:cubicBezTo>
                  <a:cubicBezTo>
                    <a:pt x="16256" y="16256"/>
                    <a:pt x="16256" y="16256"/>
                    <a:pt x="16256" y="16256"/>
                  </a:cubicBezTo>
                  <a:cubicBezTo>
                    <a:pt x="13716" y="18796"/>
                    <a:pt x="11938" y="21590"/>
                    <a:pt x="10541" y="24765"/>
                  </a:cubicBezTo>
                  <a:cubicBezTo>
                    <a:pt x="10541" y="24765"/>
                    <a:pt x="10541" y="24765"/>
                    <a:pt x="10541" y="24765"/>
                  </a:cubicBezTo>
                  <a:cubicBezTo>
                    <a:pt x="9144" y="27940"/>
                    <a:pt x="8509" y="31369"/>
                    <a:pt x="8509" y="34798"/>
                  </a:cubicBezTo>
                  <a:cubicBezTo>
                    <a:pt x="8509" y="38227"/>
                    <a:pt x="9144" y="41656"/>
                    <a:pt x="10541" y="44831"/>
                  </a:cubicBezTo>
                  <a:lnTo>
                    <a:pt x="6604" y="46482"/>
                  </a:lnTo>
                  <a:lnTo>
                    <a:pt x="10541" y="44831"/>
                  </a:lnTo>
                  <a:cubicBezTo>
                    <a:pt x="11938" y="48006"/>
                    <a:pt x="13716" y="50927"/>
                    <a:pt x="16256" y="53340"/>
                  </a:cubicBezTo>
                  <a:cubicBezTo>
                    <a:pt x="16256" y="53340"/>
                    <a:pt x="16256" y="53340"/>
                    <a:pt x="16256" y="53340"/>
                  </a:cubicBezTo>
                  <a:cubicBezTo>
                    <a:pt x="18669" y="55753"/>
                    <a:pt x="21590" y="57658"/>
                    <a:pt x="24765" y="59055"/>
                  </a:cubicBezTo>
                  <a:cubicBezTo>
                    <a:pt x="24765" y="59055"/>
                    <a:pt x="24765" y="59055"/>
                    <a:pt x="24765" y="59055"/>
                  </a:cubicBezTo>
                  <a:cubicBezTo>
                    <a:pt x="27940" y="60452"/>
                    <a:pt x="31369" y="61087"/>
                    <a:pt x="34798" y="61087"/>
                  </a:cubicBezTo>
                  <a:cubicBezTo>
                    <a:pt x="38227" y="61087"/>
                    <a:pt x="41656" y="60452"/>
                    <a:pt x="44831" y="59055"/>
                  </a:cubicBezTo>
                  <a:cubicBezTo>
                    <a:pt x="44831" y="59055"/>
                    <a:pt x="44831" y="59055"/>
                    <a:pt x="44831" y="59055"/>
                  </a:cubicBezTo>
                  <a:cubicBezTo>
                    <a:pt x="48006" y="57785"/>
                    <a:pt x="50927" y="55880"/>
                    <a:pt x="53340" y="53340"/>
                  </a:cubicBezTo>
                  <a:lnTo>
                    <a:pt x="56388" y="56388"/>
                  </a:lnTo>
                  <a:lnTo>
                    <a:pt x="53340" y="53340"/>
                  </a:lnTo>
                  <a:cubicBezTo>
                    <a:pt x="55753" y="50800"/>
                    <a:pt x="57658" y="48006"/>
                    <a:pt x="59055" y="44831"/>
                  </a:cubicBezTo>
                  <a:lnTo>
                    <a:pt x="62992" y="46482"/>
                  </a:lnTo>
                  <a:lnTo>
                    <a:pt x="59055" y="44831"/>
                  </a:lnTo>
                  <a:cubicBezTo>
                    <a:pt x="60452" y="41529"/>
                    <a:pt x="61087" y="38227"/>
                    <a:pt x="61087" y="3479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432689" y="443992"/>
              <a:ext cx="28448" cy="28448"/>
            </a:xfrm>
            <a:custGeom>
              <a:avLst/>
              <a:gdLst/>
              <a:ahLst/>
              <a:cxnLst/>
              <a:rect r="r" b="b" t="t" l="l"/>
              <a:pathLst>
                <a:path h="28448" w="28448">
                  <a:moveTo>
                    <a:pt x="28448" y="14224"/>
                  </a:moveTo>
                  <a:cubicBezTo>
                    <a:pt x="28448" y="18034"/>
                    <a:pt x="27051" y="21463"/>
                    <a:pt x="24257" y="24257"/>
                  </a:cubicBezTo>
                  <a:cubicBezTo>
                    <a:pt x="24257" y="24257"/>
                    <a:pt x="24257" y="24257"/>
                    <a:pt x="24257" y="24257"/>
                  </a:cubicBezTo>
                  <a:cubicBezTo>
                    <a:pt x="21590" y="26924"/>
                    <a:pt x="18161" y="28448"/>
                    <a:pt x="14224" y="28448"/>
                  </a:cubicBezTo>
                  <a:lnTo>
                    <a:pt x="14224" y="24257"/>
                  </a:lnTo>
                  <a:lnTo>
                    <a:pt x="14224" y="28448"/>
                  </a:lnTo>
                  <a:cubicBezTo>
                    <a:pt x="10414" y="28448"/>
                    <a:pt x="6985" y="27051"/>
                    <a:pt x="4191" y="24257"/>
                  </a:cubicBezTo>
                  <a:cubicBezTo>
                    <a:pt x="4191" y="24257"/>
                    <a:pt x="4191" y="24257"/>
                    <a:pt x="4191" y="24257"/>
                  </a:cubicBezTo>
                  <a:cubicBezTo>
                    <a:pt x="1524" y="21590"/>
                    <a:pt x="0" y="18161"/>
                    <a:pt x="0" y="14224"/>
                  </a:cubicBezTo>
                  <a:lnTo>
                    <a:pt x="4191" y="14224"/>
                  </a:lnTo>
                  <a:lnTo>
                    <a:pt x="0" y="14224"/>
                  </a:lnTo>
                  <a:cubicBezTo>
                    <a:pt x="0" y="10414"/>
                    <a:pt x="1397" y="6985"/>
                    <a:pt x="4191" y="4191"/>
                  </a:cubicBezTo>
                  <a:lnTo>
                    <a:pt x="7239" y="7239"/>
                  </a:lnTo>
                  <a:lnTo>
                    <a:pt x="4191" y="4191"/>
                  </a:lnTo>
                  <a:cubicBezTo>
                    <a:pt x="6858" y="1524"/>
                    <a:pt x="10287" y="0"/>
                    <a:pt x="14224" y="0"/>
                  </a:cubicBezTo>
                  <a:lnTo>
                    <a:pt x="14224" y="4191"/>
                  </a:lnTo>
                  <a:lnTo>
                    <a:pt x="14224" y="0"/>
                  </a:lnTo>
                  <a:cubicBezTo>
                    <a:pt x="18034" y="0"/>
                    <a:pt x="21463" y="1397"/>
                    <a:pt x="24257" y="4191"/>
                  </a:cubicBezTo>
                  <a:lnTo>
                    <a:pt x="21209" y="7239"/>
                  </a:lnTo>
                  <a:lnTo>
                    <a:pt x="24257" y="4191"/>
                  </a:lnTo>
                  <a:cubicBezTo>
                    <a:pt x="26924" y="6858"/>
                    <a:pt x="28448" y="10287"/>
                    <a:pt x="28448" y="14224"/>
                  </a:cubicBezTo>
                  <a:lnTo>
                    <a:pt x="24257" y="14224"/>
                  </a:lnTo>
                  <a:lnTo>
                    <a:pt x="28448" y="14224"/>
                  </a:lnTo>
                  <a:moveTo>
                    <a:pt x="19939" y="14224"/>
                  </a:moveTo>
                  <a:cubicBezTo>
                    <a:pt x="19939" y="12573"/>
                    <a:pt x="19431" y="11430"/>
                    <a:pt x="18288" y="10287"/>
                  </a:cubicBezTo>
                  <a:cubicBezTo>
                    <a:pt x="17145" y="9144"/>
                    <a:pt x="15875" y="8636"/>
                    <a:pt x="14351" y="8636"/>
                  </a:cubicBezTo>
                  <a:cubicBezTo>
                    <a:pt x="12827" y="8636"/>
                    <a:pt x="11557" y="9144"/>
                    <a:pt x="10414" y="10287"/>
                  </a:cubicBezTo>
                  <a:cubicBezTo>
                    <a:pt x="9271" y="11430"/>
                    <a:pt x="8763" y="12700"/>
                    <a:pt x="8763" y="14224"/>
                  </a:cubicBezTo>
                  <a:cubicBezTo>
                    <a:pt x="8763" y="15748"/>
                    <a:pt x="9271" y="17018"/>
                    <a:pt x="10414" y="18161"/>
                  </a:cubicBezTo>
                  <a:lnTo>
                    <a:pt x="7366" y="21209"/>
                  </a:lnTo>
                  <a:lnTo>
                    <a:pt x="10414" y="18161"/>
                  </a:lnTo>
                  <a:cubicBezTo>
                    <a:pt x="11557" y="19304"/>
                    <a:pt x="12827" y="19812"/>
                    <a:pt x="14351" y="19812"/>
                  </a:cubicBezTo>
                  <a:cubicBezTo>
                    <a:pt x="15875" y="19812"/>
                    <a:pt x="17145" y="19304"/>
                    <a:pt x="18288" y="18161"/>
                  </a:cubicBezTo>
                  <a:lnTo>
                    <a:pt x="21336" y="21209"/>
                  </a:lnTo>
                  <a:lnTo>
                    <a:pt x="18288" y="18161"/>
                  </a:lnTo>
                  <a:cubicBezTo>
                    <a:pt x="19431" y="17018"/>
                    <a:pt x="19939" y="15748"/>
                    <a:pt x="19939" y="14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487420" y="378587"/>
              <a:ext cx="28459" cy="8636"/>
            </a:xfrm>
            <a:custGeom>
              <a:avLst/>
              <a:gdLst/>
              <a:ahLst/>
              <a:cxnLst/>
              <a:rect r="r" b="b" t="t" l="l"/>
              <a:pathLst>
                <a:path h="8636" w="28459">
                  <a:moveTo>
                    <a:pt x="4197" y="127"/>
                  </a:moveTo>
                  <a:lnTo>
                    <a:pt x="24136" y="0"/>
                  </a:lnTo>
                  <a:cubicBezTo>
                    <a:pt x="26422" y="0"/>
                    <a:pt x="28327" y="1905"/>
                    <a:pt x="28454" y="4191"/>
                  </a:cubicBezTo>
                  <a:cubicBezTo>
                    <a:pt x="28581" y="6477"/>
                    <a:pt x="26549" y="8382"/>
                    <a:pt x="24263" y="8509"/>
                  </a:cubicBezTo>
                  <a:lnTo>
                    <a:pt x="4324" y="8636"/>
                  </a:lnTo>
                  <a:cubicBezTo>
                    <a:pt x="2038" y="8636"/>
                    <a:pt x="133" y="6731"/>
                    <a:pt x="6" y="4445"/>
                  </a:cubicBezTo>
                  <a:cubicBezTo>
                    <a:pt x="-121" y="2159"/>
                    <a:pt x="1911" y="254"/>
                    <a:pt x="4197" y="1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448779" y="378548"/>
              <a:ext cx="67007" cy="74754"/>
            </a:xfrm>
            <a:custGeom>
              <a:avLst/>
              <a:gdLst/>
              <a:ahLst/>
              <a:cxnLst/>
              <a:rect r="r" b="b" t="t" l="l"/>
              <a:pathLst>
                <a:path h="74754" w="67007">
                  <a:moveTo>
                    <a:pt x="65952" y="7024"/>
                  </a:moveTo>
                  <a:lnTo>
                    <a:pt x="7405" y="73318"/>
                  </a:lnTo>
                  <a:cubicBezTo>
                    <a:pt x="5881" y="75096"/>
                    <a:pt x="3214" y="75223"/>
                    <a:pt x="1436" y="73699"/>
                  </a:cubicBezTo>
                  <a:cubicBezTo>
                    <a:pt x="-342" y="72175"/>
                    <a:pt x="-469" y="69508"/>
                    <a:pt x="1055" y="67730"/>
                  </a:cubicBezTo>
                  <a:lnTo>
                    <a:pt x="59602" y="1436"/>
                  </a:lnTo>
                  <a:cubicBezTo>
                    <a:pt x="61126" y="-342"/>
                    <a:pt x="63793" y="-469"/>
                    <a:pt x="65571" y="1055"/>
                  </a:cubicBezTo>
                  <a:cubicBezTo>
                    <a:pt x="67349" y="2579"/>
                    <a:pt x="67476" y="5246"/>
                    <a:pt x="65952" y="70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382081" y="393687"/>
              <a:ext cx="131507" cy="70752"/>
            </a:xfrm>
            <a:custGeom>
              <a:avLst/>
              <a:gdLst/>
              <a:ahLst/>
              <a:cxnLst/>
              <a:rect r="r" b="b" t="t" l="l"/>
              <a:pathLst>
                <a:path h="70752" w="131507">
                  <a:moveTo>
                    <a:pt x="123125" y="66561"/>
                  </a:moveTo>
                  <a:cubicBezTo>
                    <a:pt x="123125" y="59322"/>
                    <a:pt x="121855" y="52337"/>
                    <a:pt x="119315" y="45479"/>
                  </a:cubicBezTo>
                  <a:cubicBezTo>
                    <a:pt x="119315" y="45479"/>
                    <a:pt x="119315" y="45479"/>
                    <a:pt x="119315" y="45479"/>
                  </a:cubicBezTo>
                  <a:cubicBezTo>
                    <a:pt x="116775" y="38748"/>
                    <a:pt x="112965" y="32652"/>
                    <a:pt x="108139" y="27318"/>
                  </a:cubicBezTo>
                  <a:lnTo>
                    <a:pt x="111314" y="24524"/>
                  </a:lnTo>
                  <a:lnTo>
                    <a:pt x="108139" y="27318"/>
                  </a:lnTo>
                  <a:cubicBezTo>
                    <a:pt x="103186" y="21984"/>
                    <a:pt x="97598" y="17666"/>
                    <a:pt x="91121" y="14491"/>
                  </a:cubicBezTo>
                  <a:lnTo>
                    <a:pt x="93026" y="10681"/>
                  </a:lnTo>
                  <a:lnTo>
                    <a:pt x="91121" y="14491"/>
                  </a:lnTo>
                  <a:cubicBezTo>
                    <a:pt x="84644" y="11316"/>
                    <a:pt x="77786" y="9411"/>
                    <a:pt x="70547" y="8776"/>
                  </a:cubicBezTo>
                  <a:lnTo>
                    <a:pt x="70928" y="4585"/>
                  </a:lnTo>
                  <a:lnTo>
                    <a:pt x="70547" y="8776"/>
                  </a:lnTo>
                  <a:cubicBezTo>
                    <a:pt x="63308" y="8141"/>
                    <a:pt x="56196" y="8776"/>
                    <a:pt x="49211" y="10808"/>
                  </a:cubicBezTo>
                  <a:lnTo>
                    <a:pt x="48068" y="6744"/>
                  </a:lnTo>
                  <a:lnTo>
                    <a:pt x="49211" y="10808"/>
                  </a:lnTo>
                  <a:cubicBezTo>
                    <a:pt x="42226" y="12840"/>
                    <a:pt x="35876" y="16015"/>
                    <a:pt x="30161" y="20460"/>
                  </a:cubicBezTo>
                  <a:cubicBezTo>
                    <a:pt x="30161" y="20460"/>
                    <a:pt x="30161" y="20460"/>
                    <a:pt x="30161" y="20460"/>
                  </a:cubicBezTo>
                  <a:cubicBezTo>
                    <a:pt x="24446" y="24905"/>
                    <a:pt x="19620" y="30239"/>
                    <a:pt x="15937" y="36462"/>
                  </a:cubicBezTo>
                  <a:cubicBezTo>
                    <a:pt x="15937" y="36462"/>
                    <a:pt x="15937" y="36462"/>
                    <a:pt x="15937" y="36462"/>
                  </a:cubicBezTo>
                  <a:cubicBezTo>
                    <a:pt x="12254" y="42685"/>
                    <a:pt x="9714" y="49289"/>
                    <a:pt x="8444" y="56528"/>
                  </a:cubicBezTo>
                  <a:cubicBezTo>
                    <a:pt x="8063" y="58814"/>
                    <a:pt x="5904" y="60338"/>
                    <a:pt x="3491" y="59957"/>
                  </a:cubicBezTo>
                  <a:cubicBezTo>
                    <a:pt x="1078" y="59576"/>
                    <a:pt x="-319" y="57417"/>
                    <a:pt x="62" y="55004"/>
                  </a:cubicBezTo>
                  <a:cubicBezTo>
                    <a:pt x="1459" y="46876"/>
                    <a:pt x="4380" y="39129"/>
                    <a:pt x="8571" y="32017"/>
                  </a:cubicBezTo>
                  <a:lnTo>
                    <a:pt x="12254" y="34176"/>
                  </a:lnTo>
                  <a:lnTo>
                    <a:pt x="8571" y="32017"/>
                  </a:lnTo>
                  <a:cubicBezTo>
                    <a:pt x="12889" y="24905"/>
                    <a:pt x="18350" y="18809"/>
                    <a:pt x="24827" y="13729"/>
                  </a:cubicBezTo>
                  <a:lnTo>
                    <a:pt x="27367" y="17031"/>
                  </a:lnTo>
                  <a:lnTo>
                    <a:pt x="24827" y="13729"/>
                  </a:lnTo>
                  <a:cubicBezTo>
                    <a:pt x="31431" y="8649"/>
                    <a:pt x="38670" y="4966"/>
                    <a:pt x="46671" y="2680"/>
                  </a:cubicBezTo>
                  <a:cubicBezTo>
                    <a:pt x="46671" y="2680"/>
                    <a:pt x="46671" y="2680"/>
                    <a:pt x="46671" y="2680"/>
                  </a:cubicBezTo>
                  <a:cubicBezTo>
                    <a:pt x="54672" y="394"/>
                    <a:pt x="62800" y="-495"/>
                    <a:pt x="71055" y="267"/>
                  </a:cubicBezTo>
                  <a:cubicBezTo>
                    <a:pt x="71055" y="267"/>
                    <a:pt x="71055" y="267"/>
                    <a:pt x="71055" y="267"/>
                  </a:cubicBezTo>
                  <a:cubicBezTo>
                    <a:pt x="79310" y="1029"/>
                    <a:pt x="87184" y="3188"/>
                    <a:pt x="94677" y="6871"/>
                  </a:cubicBezTo>
                  <a:cubicBezTo>
                    <a:pt x="94677" y="6871"/>
                    <a:pt x="94677" y="6871"/>
                    <a:pt x="94677" y="6871"/>
                  </a:cubicBezTo>
                  <a:cubicBezTo>
                    <a:pt x="102170" y="10554"/>
                    <a:pt x="108647" y="15507"/>
                    <a:pt x="114235" y="21603"/>
                  </a:cubicBezTo>
                  <a:cubicBezTo>
                    <a:pt x="114235" y="21603"/>
                    <a:pt x="114235" y="21603"/>
                    <a:pt x="114235" y="21603"/>
                  </a:cubicBezTo>
                  <a:cubicBezTo>
                    <a:pt x="119823" y="27699"/>
                    <a:pt x="124141" y="34684"/>
                    <a:pt x="127062" y="42431"/>
                  </a:cubicBezTo>
                  <a:lnTo>
                    <a:pt x="123125" y="43955"/>
                  </a:lnTo>
                  <a:lnTo>
                    <a:pt x="127062" y="42431"/>
                  </a:lnTo>
                  <a:cubicBezTo>
                    <a:pt x="130110" y="50178"/>
                    <a:pt x="131507" y="58179"/>
                    <a:pt x="131507" y="66561"/>
                  </a:cubicBezTo>
                  <a:cubicBezTo>
                    <a:pt x="131507" y="68847"/>
                    <a:pt x="129602" y="70752"/>
                    <a:pt x="127189" y="70752"/>
                  </a:cubicBezTo>
                  <a:cubicBezTo>
                    <a:pt x="124776" y="70752"/>
                    <a:pt x="122998" y="68847"/>
                    <a:pt x="122998" y="664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316484" y="452120"/>
              <a:ext cx="8636" cy="39497"/>
            </a:xfrm>
            <a:custGeom>
              <a:avLst/>
              <a:gdLst/>
              <a:ahLst/>
              <a:cxnLst/>
              <a:rect r="r" b="b" t="t" l="l"/>
              <a:pathLst>
                <a:path h="39497" w="8636">
                  <a:moveTo>
                    <a:pt x="0" y="35179"/>
                  </a:moveTo>
                  <a:lnTo>
                    <a:pt x="127" y="4191"/>
                  </a:lnTo>
                  <a:cubicBezTo>
                    <a:pt x="127" y="1905"/>
                    <a:pt x="2032" y="0"/>
                    <a:pt x="4445" y="0"/>
                  </a:cubicBezTo>
                  <a:cubicBezTo>
                    <a:pt x="6858" y="0"/>
                    <a:pt x="8636" y="1905"/>
                    <a:pt x="8636" y="4318"/>
                  </a:cubicBezTo>
                  <a:lnTo>
                    <a:pt x="8509" y="35306"/>
                  </a:lnTo>
                  <a:cubicBezTo>
                    <a:pt x="8509" y="37592"/>
                    <a:pt x="6604" y="39497"/>
                    <a:pt x="4191" y="39497"/>
                  </a:cubicBezTo>
                  <a:cubicBezTo>
                    <a:pt x="1778" y="39497"/>
                    <a:pt x="0" y="37592"/>
                    <a:pt x="0" y="3517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487680" y="456184"/>
              <a:ext cx="26035" cy="8890"/>
            </a:xfrm>
            <a:custGeom>
              <a:avLst/>
              <a:gdLst/>
              <a:ahLst/>
              <a:cxnLst/>
              <a:rect r="r" b="b" t="t" l="l"/>
              <a:pathLst>
                <a:path h="8890" w="26035">
                  <a:moveTo>
                    <a:pt x="4191" y="381"/>
                  </a:moveTo>
                  <a:lnTo>
                    <a:pt x="21717" y="0"/>
                  </a:lnTo>
                  <a:cubicBezTo>
                    <a:pt x="24003" y="0"/>
                    <a:pt x="26035" y="1778"/>
                    <a:pt x="26035" y="4191"/>
                  </a:cubicBezTo>
                  <a:cubicBezTo>
                    <a:pt x="26035" y="6604"/>
                    <a:pt x="24257" y="8509"/>
                    <a:pt x="21844" y="8509"/>
                  </a:cubicBezTo>
                  <a:lnTo>
                    <a:pt x="4318" y="8890"/>
                  </a:lnTo>
                  <a:cubicBezTo>
                    <a:pt x="2032" y="8890"/>
                    <a:pt x="0" y="7112"/>
                    <a:pt x="0" y="4699"/>
                  </a:cubicBezTo>
                  <a:cubicBezTo>
                    <a:pt x="0" y="2286"/>
                    <a:pt x="1778" y="381"/>
                    <a:pt x="4191" y="38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507238" y="378460"/>
              <a:ext cx="8890" cy="29591"/>
            </a:xfrm>
            <a:custGeom>
              <a:avLst/>
              <a:gdLst/>
              <a:ahLst/>
              <a:cxnLst/>
              <a:rect r="r" b="b" t="t" l="l"/>
              <a:pathLst>
                <a:path h="29591" w="8890">
                  <a:moveTo>
                    <a:pt x="8509" y="4191"/>
                  </a:moveTo>
                  <a:lnTo>
                    <a:pt x="8890" y="25273"/>
                  </a:lnTo>
                  <a:cubicBezTo>
                    <a:pt x="8890" y="27559"/>
                    <a:pt x="7112" y="29591"/>
                    <a:pt x="4699" y="29591"/>
                  </a:cubicBezTo>
                  <a:cubicBezTo>
                    <a:pt x="2286" y="29591"/>
                    <a:pt x="381" y="27813"/>
                    <a:pt x="381" y="25400"/>
                  </a:cubicBezTo>
                  <a:lnTo>
                    <a:pt x="0" y="4318"/>
                  </a:lnTo>
                  <a:cubicBezTo>
                    <a:pt x="0" y="2032"/>
                    <a:pt x="1778" y="0"/>
                    <a:pt x="4191" y="0"/>
                  </a:cubicBezTo>
                  <a:cubicBezTo>
                    <a:pt x="6604" y="0"/>
                    <a:pt x="8509" y="1778"/>
                    <a:pt x="8509" y="41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340868" y="456819"/>
              <a:ext cx="8382" cy="34417"/>
            </a:xfrm>
            <a:custGeom>
              <a:avLst/>
              <a:gdLst/>
              <a:ahLst/>
              <a:cxnLst/>
              <a:rect r="r" b="b" t="t" l="l"/>
              <a:pathLst>
                <a:path h="34417" w="8382">
                  <a:moveTo>
                    <a:pt x="8382" y="4191"/>
                  </a:moveTo>
                  <a:lnTo>
                    <a:pt x="8382" y="30226"/>
                  </a:lnTo>
                  <a:cubicBezTo>
                    <a:pt x="8382" y="32512"/>
                    <a:pt x="6477" y="34417"/>
                    <a:pt x="4191" y="34417"/>
                  </a:cubicBezTo>
                  <a:cubicBezTo>
                    <a:pt x="1905" y="34417"/>
                    <a:pt x="0" y="32512"/>
                    <a:pt x="0" y="30226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cubicBezTo>
                    <a:pt x="6477" y="0"/>
                    <a:pt x="8382" y="1905"/>
                    <a:pt x="8382" y="41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81279" y="445334"/>
              <a:ext cx="14986" cy="45673"/>
            </a:xfrm>
            <a:custGeom>
              <a:avLst/>
              <a:gdLst/>
              <a:ahLst/>
              <a:cxnLst/>
              <a:rect r="r" b="b" t="t" l="l"/>
              <a:pathLst>
                <a:path h="45673" w="14986">
                  <a:moveTo>
                    <a:pt x="9246" y="4754"/>
                  </a:moveTo>
                  <a:cubicBezTo>
                    <a:pt x="7468" y="16438"/>
                    <a:pt x="7849" y="27360"/>
                    <a:pt x="14453" y="39425"/>
                  </a:cubicBezTo>
                  <a:cubicBezTo>
                    <a:pt x="15596" y="41457"/>
                    <a:pt x="14834" y="43997"/>
                    <a:pt x="12802" y="45140"/>
                  </a:cubicBezTo>
                  <a:cubicBezTo>
                    <a:pt x="10770" y="46283"/>
                    <a:pt x="8230" y="45521"/>
                    <a:pt x="7087" y="43489"/>
                  </a:cubicBezTo>
                  <a:cubicBezTo>
                    <a:pt x="-660" y="29392"/>
                    <a:pt x="-914" y="16438"/>
                    <a:pt x="991" y="3611"/>
                  </a:cubicBezTo>
                  <a:cubicBezTo>
                    <a:pt x="1372" y="1325"/>
                    <a:pt x="3531" y="-326"/>
                    <a:pt x="5817" y="55"/>
                  </a:cubicBezTo>
                  <a:cubicBezTo>
                    <a:pt x="8103" y="436"/>
                    <a:pt x="9754" y="2595"/>
                    <a:pt x="9373" y="488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16611" y="414516"/>
              <a:ext cx="49403" cy="45992"/>
            </a:xfrm>
            <a:custGeom>
              <a:avLst/>
              <a:gdLst/>
              <a:ahLst/>
              <a:cxnLst/>
              <a:rect r="r" b="b" t="t" l="l"/>
              <a:pathLst>
                <a:path h="45992" w="49403">
                  <a:moveTo>
                    <a:pt x="0" y="41541"/>
                  </a:moveTo>
                  <a:cubicBezTo>
                    <a:pt x="381" y="35826"/>
                    <a:pt x="1778" y="30365"/>
                    <a:pt x="4191" y="25158"/>
                  </a:cubicBezTo>
                  <a:lnTo>
                    <a:pt x="8001" y="26936"/>
                  </a:lnTo>
                  <a:lnTo>
                    <a:pt x="4191" y="25158"/>
                  </a:lnTo>
                  <a:cubicBezTo>
                    <a:pt x="6604" y="19951"/>
                    <a:pt x="10033" y="15506"/>
                    <a:pt x="14224" y="11569"/>
                  </a:cubicBezTo>
                  <a:cubicBezTo>
                    <a:pt x="14224" y="11569"/>
                    <a:pt x="14224" y="11569"/>
                    <a:pt x="14224" y="11569"/>
                  </a:cubicBezTo>
                  <a:cubicBezTo>
                    <a:pt x="18415" y="7759"/>
                    <a:pt x="23241" y="4711"/>
                    <a:pt x="28575" y="2806"/>
                  </a:cubicBezTo>
                  <a:cubicBezTo>
                    <a:pt x="28575" y="2806"/>
                    <a:pt x="28575" y="2806"/>
                    <a:pt x="28575" y="2806"/>
                  </a:cubicBezTo>
                  <a:cubicBezTo>
                    <a:pt x="33909" y="774"/>
                    <a:pt x="39497" y="-115"/>
                    <a:pt x="45212" y="12"/>
                  </a:cubicBezTo>
                  <a:cubicBezTo>
                    <a:pt x="47498" y="12"/>
                    <a:pt x="49403" y="2044"/>
                    <a:pt x="49403" y="4330"/>
                  </a:cubicBezTo>
                  <a:cubicBezTo>
                    <a:pt x="49403" y="6616"/>
                    <a:pt x="47371" y="8521"/>
                    <a:pt x="45085" y="8521"/>
                  </a:cubicBezTo>
                  <a:cubicBezTo>
                    <a:pt x="40513" y="8394"/>
                    <a:pt x="35941" y="9156"/>
                    <a:pt x="31623" y="10807"/>
                  </a:cubicBezTo>
                  <a:lnTo>
                    <a:pt x="30099" y="6870"/>
                  </a:lnTo>
                  <a:lnTo>
                    <a:pt x="31623" y="10807"/>
                  </a:lnTo>
                  <a:cubicBezTo>
                    <a:pt x="27305" y="12458"/>
                    <a:pt x="23368" y="14871"/>
                    <a:pt x="20066" y="17919"/>
                  </a:cubicBezTo>
                  <a:lnTo>
                    <a:pt x="17145" y="14744"/>
                  </a:lnTo>
                  <a:lnTo>
                    <a:pt x="20066" y="17919"/>
                  </a:lnTo>
                  <a:cubicBezTo>
                    <a:pt x="16637" y="21094"/>
                    <a:pt x="13970" y="24650"/>
                    <a:pt x="11938" y="28841"/>
                  </a:cubicBezTo>
                  <a:cubicBezTo>
                    <a:pt x="11938" y="28841"/>
                    <a:pt x="11938" y="28841"/>
                    <a:pt x="11938" y="28841"/>
                  </a:cubicBezTo>
                  <a:cubicBezTo>
                    <a:pt x="9906" y="33032"/>
                    <a:pt x="8763" y="37350"/>
                    <a:pt x="8509" y="42049"/>
                  </a:cubicBezTo>
                  <a:cubicBezTo>
                    <a:pt x="8382" y="44335"/>
                    <a:pt x="6350" y="46113"/>
                    <a:pt x="4064" y="45986"/>
                  </a:cubicBezTo>
                  <a:cubicBezTo>
                    <a:pt x="1778" y="45859"/>
                    <a:pt x="0" y="43827"/>
                    <a:pt x="127" y="415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357505" y="414528"/>
              <a:ext cx="46990" cy="9271"/>
            </a:xfrm>
            <a:custGeom>
              <a:avLst/>
              <a:gdLst/>
              <a:ahLst/>
              <a:cxnLst/>
              <a:rect r="r" b="b" t="t" l="l"/>
              <a:pathLst>
                <a:path h="9271" w="46990">
                  <a:moveTo>
                    <a:pt x="4318" y="0"/>
                  </a:moveTo>
                  <a:lnTo>
                    <a:pt x="42799" y="762"/>
                  </a:lnTo>
                  <a:cubicBezTo>
                    <a:pt x="45085" y="762"/>
                    <a:pt x="46990" y="2794"/>
                    <a:pt x="46990" y="5080"/>
                  </a:cubicBezTo>
                  <a:cubicBezTo>
                    <a:pt x="46990" y="7366"/>
                    <a:pt x="44958" y="9271"/>
                    <a:pt x="42672" y="9271"/>
                  </a:cubicBezTo>
                  <a:lnTo>
                    <a:pt x="4191" y="8509"/>
                  </a:lnTo>
                  <a:cubicBezTo>
                    <a:pt x="1905" y="8509"/>
                    <a:pt x="0" y="6477"/>
                    <a:pt x="0" y="4191"/>
                  </a:cubicBezTo>
                  <a:cubicBezTo>
                    <a:pt x="0" y="1905"/>
                    <a:pt x="2032" y="0"/>
                    <a:pt x="43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>
            <a:grpSpLocks noChangeAspect="true"/>
          </p:cNvGrpSpPr>
          <p:nvPr/>
        </p:nvGrpSpPr>
        <p:grpSpPr>
          <a:xfrm rot="0">
            <a:off x="7442197" y="3451222"/>
            <a:ext cx="3432172" cy="1965322"/>
            <a:chOff x="0" y="0"/>
            <a:chExt cx="3432175" cy="196532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63500" y="63500"/>
              <a:ext cx="3305048" cy="1838198"/>
            </a:xfrm>
            <a:custGeom>
              <a:avLst/>
              <a:gdLst/>
              <a:ahLst/>
              <a:cxnLst/>
              <a:rect r="r" b="b" t="t" l="l"/>
              <a:pathLst>
                <a:path h="1838198" w="3305048">
                  <a:moveTo>
                    <a:pt x="0" y="1820545"/>
                  </a:moveTo>
                  <a:lnTo>
                    <a:pt x="0" y="17653"/>
                  </a:lnTo>
                  <a:cubicBezTo>
                    <a:pt x="0" y="15240"/>
                    <a:pt x="508" y="13081"/>
                    <a:pt x="1397" y="10922"/>
                  </a:cubicBezTo>
                  <a:cubicBezTo>
                    <a:pt x="2286" y="8763"/>
                    <a:pt x="3556" y="6858"/>
                    <a:pt x="5207" y="5207"/>
                  </a:cubicBezTo>
                  <a:cubicBezTo>
                    <a:pt x="6858" y="3556"/>
                    <a:pt x="8763" y="2286"/>
                    <a:pt x="10922" y="1397"/>
                  </a:cubicBezTo>
                  <a:cubicBezTo>
                    <a:pt x="13081" y="508"/>
                    <a:pt x="15367" y="0"/>
                    <a:pt x="17780" y="0"/>
                  </a:cubicBezTo>
                  <a:lnTo>
                    <a:pt x="3287395" y="0"/>
                  </a:lnTo>
                  <a:cubicBezTo>
                    <a:pt x="3289808" y="0"/>
                    <a:pt x="3291967" y="381"/>
                    <a:pt x="3294126" y="1397"/>
                  </a:cubicBezTo>
                  <a:cubicBezTo>
                    <a:pt x="3296285" y="2413"/>
                    <a:pt x="3298190" y="3556"/>
                    <a:pt x="3299841" y="5207"/>
                  </a:cubicBezTo>
                  <a:cubicBezTo>
                    <a:pt x="3301492" y="6858"/>
                    <a:pt x="3302762" y="8763"/>
                    <a:pt x="3303651" y="10922"/>
                  </a:cubicBezTo>
                  <a:cubicBezTo>
                    <a:pt x="3304540" y="13081"/>
                    <a:pt x="3305048" y="15367"/>
                    <a:pt x="3305048" y="17653"/>
                  </a:cubicBezTo>
                  <a:lnTo>
                    <a:pt x="3305048" y="1820545"/>
                  </a:lnTo>
                  <a:cubicBezTo>
                    <a:pt x="3305048" y="1822831"/>
                    <a:pt x="3304540" y="1825117"/>
                    <a:pt x="3303651" y="1827276"/>
                  </a:cubicBezTo>
                  <a:cubicBezTo>
                    <a:pt x="3302762" y="1829435"/>
                    <a:pt x="3301492" y="1831340"/>
                    <a:pt x="3299841" y="1832991"/>
                  </a:cubicBezTo>
                  <a:cubicBezTo>
                    <a:pt x="3298191" y="1834642"/>
                    <a:pt x="3296285" y="1835912"/>
                    <a:pt x="3294126" y="1836801"/>
                  </a:cubicBezTo>
                  <a:cubicBezTo>
                    <a:pt x="3291967" y="1837690"/>
                    <a:pt x="3289681" y="1838198"/>
                    <a:pt x="3287395" y="1838198"/>
                  </a:cubicBezTo>
                  <a:lnTo>
                    <a:pt x="17780" y="1838198"/>
                  </a:lnTo>
                  <a:cubicBezTo>
                    <a:pt x="15494" y="1838198"/>
                    <a:pt x="13208" y="1837690"/>
                    <a:pt x="11049" y="1836801"/>
                  </a:cubicBezTo>
                  <a:cubicBezTo>
                    <a:pt x="8890" y="1835912"/>
                    <a:pt x="6985" y="1834642"/>
                    <a:pt x="5334" y="1832991"/>
                  </a:cubicBezTo>
                  <a:cubicBezTo>
                    <a:pt x="3683" y="1831340"/>
                    <a:pt x="2413" y="1829435"/>
                    <a:pt x="1524" y="1827276"/>
                  </a:cubicBezTo>
                  <a:cubicBezTo>
                    <a:pt x="635" y="1825117"/>
                    <a:pt x="127" y="1822831"/>
                    <a:pt x="127" y="1820545"/>
                  </a:cubicBezTo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06248" y="206248"/>
              <a:ext cx="428752" cy="428752"/>
            </a:xfrm>
            <a:custGeom>
              <a:avLst/>
              <a:gdLst/>
              <a:ahLst/>
              <a:cxnLst/>
              <a:rect r="r" b="b" t="t" l="l"/>
              <a:pathLst>
                <a:path h="428752" w="428752">
                  <a:moveTo>
                    <a:pt x="428752" y="214376"/>
                  </a:moveTo>
                  <a:cubicBezTo>
                    <a:pt x="428752" y="221361"/>
                    <a:pt x="428371" y="228346"/>
                    <a:pt x="427736" y="235331"/>
                  </a:cubicBezTo>
                  <a:cubicBezTo>
                    <a:pt x="427101" y="242316"/>
                    <a:pt x="425958" y="249301"/>
                    <a:pt x="424688" y="256159"/>
                  </a:cubicBezTo>
                  <a:cubicBezTo>
                    <a:pt x="423418" y="263017"/>
                    <a:pt x="421640" y="269875"/>
                    <a:pt x="419608" y="276606"/>
                  </a:cubicBezTo>
                  <a:cubicBezTo>
                    <a:pt x="417576" y="283337"/>
                    <a:pt x="415163" y="289941"/>
                    <a:pt x="412496" y="296418"/>
                  </a:cubicBezTo>
                  <a:cubicBezTo>
                    <a:pt x="409829" y="302895"/>
                    <a:pt x="406781" y="309245"/>
                    <a:pt x="403479" y="315468"/>
                  </a:cubicBezTo>
                  <a:cubicBezTo>
                    <a:pt x="400177" y="321691"/>
                    <a:pt x="396621" y="327660"/>
                    <a:pt x="392684" y="333502"/>
                  </a:cubicBezTo>
                  <a:cubicBezTo>
                    <a:pt x="388747" y="339344"/>
                    <a:pt x="384556" y="344932"/>
                    <a:pt x="380111" y="350393"/>
                  </a:cubicBezTo>
                  <a:cubicBezTo>
                    <a:pt x="375666" y="355854"/>
                    <a:pt x="370967" y="361061"/>
                    <a:pt x="366014" y="366014"/>
                  </a:cubicBezTo>
                  <a:cubicBezTo>
                    <a:pt x="361061" y="370967"/>
                    <a:pt x="355854" y="375666"/>
                    <a:pt x="350393" y="380111"/>
                  </a:cubicBezTo>
                  <a:cubicBezTo>
                    <a:pt x="344932" y="384556"/>
                    <a:pt x="339344" y="388747"/>
                    <a:pt x="333502" y="392684"/>
                  </a:cubicBezTo>
                  <a:cubicBezTo>
                    <a:pt x="327660" y="396621"/>
                    <a:pt x="321691" y="400177"/>
                    <a:pt x="315468" y="403479"/>
                  </a:cubicBezTo>
                  <a:cubicBezTo>
                    <a:pt x="309245" y="406781"/>
                    <a:pt x="302895" y="409829"/>
                    <a:pt x="296418" y="412496"/>
                  </a:cubicBezTo>
                  <a:cubicBezTo>
                    <a:pt x="289941" y="415163"/>
                    <a:pt x="283337" y="417576"/>
                    <a:pt x="276606" y="419608"/>
                  </a:cubicBezTo>
                  <a:cubicBezTo>
                    <a:pt x="269875" y="421640"/>
                    <a:pt x="263144" y="423291"/>
                    <a:pt x="256159" y="424688"/>
                  </a:cubicBezTo>
                  <a:cubicBezTo>
                    <a:pt x="249174" y="426085"/>
                    <a:pt x="242316" y="427101"/>
                    <a:pt x="235331" y="427736"/>
                  </a:cubicBezTo>
                  <a:cubicBezTo>
                    <a:pt x="228346" y="428371"/>
                    <a:pt x="221361" y="428752"/>
                    <a:pt x="214376" y="428752"/>
                  </a:cubicBezTo>
                  <a:cubicBezTo>
                    <a:pt x="207391" y="428752"/>
                    <a:pt x="200406" y="428371"/>
                    <a:pt x="193421" y="427736"/>
                  </a:cubicBezTo>
                  <a:cubicBezTo>
                    <a:pt x="186436" y="427101"/>
                    <a:pt x="179451" y="426085"/>
                    <a:pt x="172593" y="424688"/>
                  </a:cubicBezTo>
                  <a:cubicBezTo>
                    <a:pt x="165735" y="423291"/>
                    <a:pt x="158877" y="421640"/>
                    <a:pt x="152146" y="419608"/>
                  </a:cubicBezTo>
                  <a:cubicBezTo>
                    <a:pt x="145415" y="417576"/>
                    <a:pt x="138811" y="415163"/>
                    <a:pt x="132334" y="412496"/>
                  </a:cubicBezTo>
                  <a:cubicBezTo>
                    <a:pt x="125857" y="409829"/>
                    <a:pt x="119507" y="406781"/>
                    <a:pt x="113284" y="403479"/>
                  </a:cubicBezTo>
                  <a:cubicBezTo>
                    <a:pt x="107061" y="400177"/>
                    <a:pt x="101092" y="396621"/>
                    <a:pt x="95250" y="392684"/>
                  </a:cubicBezTo>
                  <a:cubicBezTo>
                    <a:pt x="89408" y="388747"/>
                    <a:pt x="83820" y="384556"/>
                    <a:pt x="78359" y="380111"/>
                  </a:cubicBezTo>
                  <a:cubicBezTo>
                    <a:pt x="72898" y="375666"/>
                    <a:pt x="67691" y="370967"/>
                    <a:pt x="62738" y="366014"/>
                  </a:cubicBezTo>
                  <a:cubicBezTo>
                    <a:pt x="57785" y="361061"/>
                    <a:pt x="53086" y="355854"/>
                    <a:pt x="48641" y="350393"/>
                  </a:cubicBezTo>
                  <a:cubicBezTo>
                    <a:pt x="44196" y="344932"/>
                    <a:pt x="40005" y="339344"/>
                    <a:pt x="36068" y="333502"/>
                  </a:cubicBezTo>
                  <a:cubicBezTo>
                    <a:pt x="32131" y="327660"/>
                    <a:pt x="28575" y="321691"/>
                    <a:pt x="25273" y="315468"/>
                  </a:cubicBezTo>
                  <a:cubicBezTo>
                    <a:pt x="21971" y="309245"/>
                    <a:pt x="18923" y="302895"/>
                    <a:pt x="16256" y="296418"/>
                  </a:cubicBezTo>
                  <a:cubicBezTo>
                    <a:pt x="13589" y="289941"/>
                    <a:pt x="11176" y="283337"/>
                    <a:pt x="9144" y="276606"/>
                  </a:cubicBezTo>
                  <a:cubicBezTo>
                    <a:pt x="7112" y="269875"/>
                    <a:pt x="5461" y="263017"/>
                    <a:pt x="4064" y="256159"/>
                  </a:cubicBezTo>
                  <a:cubicBezTo>
                    <a:pt x="2667" y="249301"/>
                    <a:pt x="1651" y="242316"/>
                    <a:pt x="1016" y="235331"/>
                  </a:cubicBezTo>
                  <a:cubicBezTo>
                    <a:pt x="381" y="228346"/>
                    <a:pt x="0" y="221361"/>
                    <a:pt x="0" y="214376"/>
                  </a:cubicBezTo>
                  <a:cubicBezTo>
                    <a:pt x="0" y="207391"/>
                    <a:pt x="381" y="200406"/>
                    <a:pt x="1016" y="193421"/>
                  </a:cubicBezTo>
                  <a:cubicBezTo>
                    <a:pt x="1651" y="186436"/>
                    <a:pt x="2794" y="179451"/>
                    <a:pt x="4064" y="172593"/>
                  </a:cubicBezTo>
                  <a:cubicBezTo>
                    <a:pt x="5334" y="165735"/>
                    <a:pt x="7112" y="158877"/>
                    <a:pt x="9144" y="152146"/>
                  </a:cubicBezTo>
                  <a:cubicBezTo>
                    <a:pt x="11176" y="145415"/>
                    <a:pt x="13589" y="138811"/>
                    <a:pt x="16256" y="132334"/>
                  </a:cubicBezTo>
                  <a:cubicBezTo>
                    <a:pt x="18923" y="125857"/>
                    <a:pt x="21971" y="119507"/>
                    <a:pt x="25273" y="113284"/>
                  </a:cubicBezTo>
                  <a:cubicBezTo>
                    <a:pt x="28575" y="107061"/>
                    <a:pt x="32131" y="101092"/>
                    <a:pt x="36068" y="95250"/>
                  </a:cubicBezTo>
                  <a:cubicBezTo>
                    <a:pt x="40005" y="89408"/>
                    <a:pt x="44196" y="83820"/>
                    <a:pt x="48641" y="78359"/>
                  </a:cubicBezTo>
                  <a:cubicBezTo>
                    <a:pt x="53086" y="72898"/>
                    <a:pt x="57785" y="67691"/>
                    <a:pt x="62738" y="62738"/>
                  </a:cubicBezTo>
                  <a:cubicBezTo>
                    <a:pt x="67691" y="57785"/>
                    <a:pt x="72898" y="53086"/>
                    <a:pt x="78359" y="48641"/>
                  </a:cubicBezTo>
                  <a:cubicBezTo>
                    <a:pt x="83820" y="44196"/>
                    <a:pt x="89408" y="40005"/>
                    <a:pt x="95250" y="36068"/>
                  </a:cubicBezTo>
                  <a:cubicBezTo>
                    <a:pt x="101092" y="32131"/>
                    <a:pt x="107061" y="28575"/>
                    <a:pt x="113284" y="25273"/>
                  </a:cubicBezTo>
                  <a:cubicBezTo>
                    <a:pt x="119507" y="21971"/>
                    <a:pt x="125857" y="18923"/>
                    <a:pt x="132334" y="16256"/>
                  </a:cubicBezTo>
                  <a:cubicBezTo>
                    <a:pt x="138811" y="13589"/>
                    <a:pt x="145415" y="11176"/>
                    <a:pt x="152146" y="9144"/>
                  </a:cubicBezTo>
                  <a:cubicBezTo>
                    <a:pt x="158877" y="7112"/>
                    <a:pt x="165735" y="5461"/>
                    <a:pt x="172593" y="4064"/>
                  </a:cubicBezTo>
                  <a:cubicBezTo>
                    <a:pt x="179451" y="2667"/>
                    <a:pt x="186436" y="1651"/>
                    <a:pt x="193421" y="1016"/>
                  </a:cubicBezTo>
                  <a:cubicBezTo>
                    <a:pt x="200406" y="381"/>
                    <a:pt x="207391" y="0"/>
                    <a:pt x="214376" y="0"/>
                  </a:cubicBezTo>
                  <a:cubicBezTo>
                    <a:pt x="221361" y="0"/>
                    <a:pt x="228346" y="381"/>
                    <a:pt x="235331" y="1016"/>
                  </a:cubicBezTo>
                  <a:cubicBezTo>
                    <a:pt x="242316" y="1651"/>
                    <a:pt x="249301" y="2667"/>
                    <a:pt x="256159" y="4064"/>
                  </a:cubicBezTo>
                  <a:cubicBezTo>
                    <a:pt x="263017" y="5461"/>
                    <a:pt x="269875" y="7112"/>
                    <a:pt x="276606" y="9144"/>
                  </a:cubicBezTo>
                  <a:cubicBezTo>
                    <a:pt x="283337" y="11176"/>
                    <a:pt x="289941" y="13589"/>
                    <a:pt x="296418" y="16256"/>
                  </a:cubicBezTo>
                  <a:cubicBezTo>
                    <a:pt x="302895" y="18923"/>
                    <a:pt x="309245" y="21971"/>
                    <a:pt x="315468" y="25273"/>
                  </a:cubicBezTo>
                  <a:cubicBezTo>
                    <a:pt x="321691" y="28575"/>
                    <a:pt x="327660" y="32131"/>
                    <a:pt x="333502" y="36068"/>
                  </a:cubicBezTo>
                  <a:cubicBezTo>
                    <a:pt x="339344" y="40005"/>
                    <a:pt x="344932" y="44196"/>
                    <a:pt x="350393" y="48641"/>
                  </a:cubicBezTo>
                  <a:cubicBezTo>
                    <a:pt x="355854" y="53086"/>
                    <a:pt x="361061" y="57785"/>
                    <a:pt x="366014" y="62738"/>
                  </a:cubicBezTo>
                  <a:cubicBezTo>
                    <a:pt x="370967" y="67691"/>
                    <a:pt x="375666" y="72898"/>
                    <a:pt x="380111" y="78359"/>
                  </a:cubicBezTo>
                  <a:cubicBezTo>
                    <a:pt x="384556" y="83820"/>
                    <a:pt x="388747" y="89408"/>
                    <a:pt x="392684" y="95250"/>
                  </a:cubicBezTo>
                  <a:cubicBezTo>
                    <a:pt x="396621" y="101092"/>
                    <a:pt x="400177" y="107061"/>
                    <a:pt x="403479" y="113284"/>
                  </a:cubicBezTo>
                  <a:cubicBezTo>
                    <a:pt x="406781" y="119507"/>
                    <a:pt x="409829" y="125857"/>
                    <a:pt x="412496" y="132334"/>
                  </a:cubicBezTo>
                  <a:cubicBezTo>
                    <a:pt x="415163" y="138811"/>
                    <a:pt x="417576" y="145415"/>
                    <a:pt x="419608" y="152146"/>
                  </a:cubicBezTo>
                  <a:cubicBezTo>
                    <a:pt x="421640" y="158877"/>
                    <a:pt x="423418" y="165608"/>
                    <a:pt x="424688" y="172593"/>
                  </a:cubicBezTo>
                  <a:cubicBezTo>
                    <a:pt x="425958" y="179578"/>
                    <a:pt x="427101" y="186436"/>
                    <a:pt x="427736" y="193421"/>
                  </a:cubicBezTo>
                  <a:cubicBezTo>
                    <a:pt x="428371" y="200406"/>
                    <a:pt x="428752" y="207391"/>
                    <a:pt x="428752" y="214376"/>
                  </a:cubicBezTo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328549" y="336740"/>
              <a:ext cx="26275" cy="37148"/>
            </a:xfrm>
            <a:custGeom>
              <a:avLst/>
              <a:gdLst/>
              <a:ahLst/>
              <a:cxnLst/>
              <a:rect r="r" b="b" t="t" l="l"/>
              <a:pathLst>
                <a:path h="37148" w="26275">
                  <a:moveTo>
                    <a:pt x="24384" y="33211"/>
                  </a:moveTo>
                  <a:cubicBezTo>
                    <a:pt x="20574" y="35497"/>
                    <a:pt x="17272" y="36767"/>
                    <a:pt x="13843" y="37148"/>
                  </a:cubicBezTo>
                  <a:cubicBezTo>
                    <a:pt x="13462" y="37148"/>
                    <a:pt x="12954" y="37148"/>
                    <a:pt x="12573" y="37148"/>
                  </a:cubicBezTo>
                  <a:cubicBezTo>
                    <a:pt x="9652" y="36513"/>
                    <a:pt x="7112" y="35624"/>
                    <a:pt x="5588" y="34481"/>
                  </a:cubicBezTo>
                  <a:cubicBezTo>
                    <a:pt x="5588" y="34481"/>
                    <a:pt x="5588" y="34481"/>
                    <a:pt x="5461" y="34481"/>
                  </a:cubicBezTo>
                  <a:cubicBezTo>
                    <a:pt x="5334" y="34354"/>
                    <a:pt x="5080" y="34227"/>
                    <a:pt x="4953" y="34100"/>
                  </a:cubicBezTo>
                  <a:cubicBezTo>
                    <a:pt x="3175" y="32195"/>
                    <a:pt x="2286" y="31052"/>
                    <a:pt x="1270" y="28766"/>
                  </a:cubicBezTo>
                  <a:cubicBezTo>
                    <a:pt x="1143" y="28512"/>
                    <a:pt x="1016" y="28258"/>
                    <a:pt x="1016" y="28131"/>
                  </a:cubicBezTo>
                  <a:cubicBezTo>
                    <a:pt x="381" y="25972"/>
                    <a:pt x="127" y="23813"/>
                    <a:pt x="0" y="21019"/>
                  </a:cubicBezTo>
                  <a:cubicBezTo>
                    <a:pt x="0" y="20892"/>
                    <a:pt x="0" y="20638"/>
                    <a:pt x="0" y="20511"/>
                  </a:cubicBezTo>
                  <a:cubicBezTo>
                    <a:pt x="254" y="17463"/>
                    <a:pt x="1270" y="14288"/>
                    <a:pt x="2540" y="12002"/>
                  </a:cubicBezTo>
                  <a:cubicBezTo>
                    <a:pt x="2667" y="11748"/>
                    <a:pt x="2921" y="11494"/>
                    <a:pt x="3048" y="11240"/>
                  </a:cubicBezTo>
                  <a:cubicBezTo>
                    <a:pt x="4826" y="9208"/>
                    <a:pt x="7112" y="7557"/>
                    <a:pt x="17399" y="699"/>
                  </a:cubicBezTo>
                  <a:cubicBezTo>
                    <a:pt x="19304" y="-571"/>
                    <a:pt x="21971" y="-63"/>
                    <a:pt x="23241" y="1842"/>
                  </a:cubicBezTo>
                  <a:cubicBezTo>
                    <a:pt x="24511" y="3747"/>
                    <a:pt x="24003" y="6414"/>
                    <a:pt x="22098" y="7684"/>
                  </a:cubicBezTo>
                  <a:cubicBezTo>
                    <a:pt x="11430" y="14923"/>
                    <a:pt x="10160" y="15939"/>
                    <a:pt x="9144" y="16955"/>
                  </a:cubicBezTo>
                  <a:lnTo>
                    <a:pt x="6096" y="14034"/>
                  </a:lnTo>
                  <a:lnTo>
                    <a:pt x="9779" y="16193"/>
                  </a:lnTo>
                  <a:cubicBezTo>
                    <a:pt x="9144" y="17209"/>
                    <a:pt x="8509" y="19114"/>
                    <a:pt x="8382" y="21146"/>
                  </a:cubicBezTo>
                  <a:lnTo>
                    <a:pt x="4191" y="20765"/>
                  </a:lnTo>
                  <a:lnTo>
                    <a:pt x="8382" y="20638"/>
                  </a:lnTo>
                  <a:cubicBezTo>
                    <a:pt x="8509" y="22924"/>
                    <a:pt x="8636" y="24321"/>
                    <a:pt x="9017" y="25718"/>
                  </a:cubicBezTo>
                  <a:lnTo>
                    <a:pt x="4953" y="26861"/>
                  </a:lnTo>
                  <a:lnTo>
                    <a:pt x="8763" y="24956"/>
                  </a:lnTo>
                  <a:cubicBezTo>
                    <a:pt x="9398" y="26226"/>
                    <a:pt x="9779" y="26734"/>
                    <a:pt x="10922" y="28004"/>
                  </a:cubicBezTo>
                  <a:lnTo>
                    <a:pt x="7874" y="30925"/>
                  </a:lnTo>
                  <a:lnTo>
                    <a:pt x="10414" y="27496"/>
                  </a:lnTo>
                  <a:cubicBezTo>
                    <a:pt x="10414" y="27496"/>
                    <a:pt x="10414" y="27496"/>
                    <a:pt x="10414" y="27496"/>
                  </a:cubicBezTo>
                  <a:cubicBezTo>
                    <a:pt x="10668" y="27623"/>
                    <a:pt x="11811" y="28258"/>
                    <a:pt x="13970" y="28639"/>
                  </a:cubicBezTo>
                  <a:lnTo>
                    <a:pt x="13208" y="32830"/>
                  </a:lnTo>
                  <a:lnTo>
                    <a:pt x="12700" y="28639"/>
                  </a:lnTo>
                  <a:cubicBezTo>
                    <a:pt x="14478" y="28512"/>
                    <a:pt x="16510" y="27750"/>
                    <a:pt x="19812" y="25845"/>
                  </a:cubicBezTo>
                  <a:cubicBezTo>
                    <a:pt x="21844" y="24702"/>
                    <a:pt x="24384" y="25337"/>
                    <a:pt x="25654" y="27369"/>
                  </a:cubicBezTo>
                  <a:cubicBezTo>
                    <a:pt x="26924" y="29401"/>
                    <a:pt x="26162" y="31941"/>
                    <a:pt x="24130" y="332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344106" y="316583"/>
              <a:ext cx="40604" cy="28412"/>
            </a:xfrm>
            <a:custGeom>
              <a:avLst/>
              <a:gdLst/>
              <a:ahLst/>
              <a:cxnLst/>
              <a:rect r="r" b="b" t="t" l="l"/>
              <a:pathLst>
                <a:path h="28412" w="40604">
                  <a:moveTo>
                    <a:pt x="2096" y="20602"/>
                  </a:moveTo>
                  <a:cubicBezTo>
                    <a:pt x="10986" y="14633"/>
                    <a:pt x="17971" y="9934"/>
                    <a:pt x="22670" y="6632"/>
                  </a:cubicBezTo>
                  <a:cubicBezTo>
                    <a:pt x="25210" y="4854"/>
                    <a:pt x="27242" y="3457"/>
                    <a:pt x="28639" y="2568"/>
                  </a:cubicBezTo>
                  <a:cubicBezTo>
                    <a:pt x="29655" y="1933"/>
                    <a:pt x="30544" y="1298"/>
                    <a:pt x="31052" y="1044"/>
                  </a:cubicBezTo>
                  <a:cubicBezTo>
                    <a:pt x="31052" y="1044"/>
                    <a:pt x="31052" y="1044"/>
                    <a:pt x="31052" y="1044"/>
                  </a:cubicBezTo>
                  <a:cubicBezTo>
                    <a:pt x="31306" y="917"/>
                    <a:pt x="31433" y="790"/>
                    <a:pt x="31687" y="790"/>
                  </a:cubicBezTo>
                  <a:cubicBezTo>
                    <a:pt x="31687" y="790"/>
                    <a:pt x="31814" y="790"/>
                    <a:pt x="31814" y="790"/>
                  </a:cubicBezTo>
                  <a:cubicBezTo>
                    <a:pt x="32830" y="536"/>
                    <a:pt x="34227" y="282"/>
                    <a:pt x="35878" y="28"/>
                  </a:cubicBezTo>
                  <a:cubicBezTo>
                    <a:pt x="38164" y="-226"/>
                    <a:pt x="40323" y="1298"/>
                    <a:pt x="40577" y="3711"/>
                  </a:cubicBezTo>
                  <a:cubicBezTo>
                    <a:pt x="40831" y="6124"/>
                    <a:pt x="39307" y="8156"/>
                    <a:pt x="36894" y="8410"/>
                  </a:cubicBezTo>
                  <a:cubicBezTo>
                    <a:pt x="35243" y="8664"/>
                    <a:pt x="34481" y="8791"/>
                    <a:pt x="34227" y="8918"/>
                  </a:cubicBezTo>
                  <a:cubicBezTo>
                    <a:pt x="34227" y="8918"/>
                    <a:pt x="34227" y="8918"/>
                    <a:pt x="34227" y="8918"/>
                  </a:cubicBezTo>
                  <a:lnTo>
                    <a:pt x="32830" y="4854"/>
                  </a:lnTo>
                  <a:lnTo>
                    <a:pt x="34862" y="8537"/>
                  </a:lnTo>
                  <a:cubicBezTo>
                    <a:pt x="34862" y="8537"/>
                    <a:pt x="34862" y="8537"/>
                    <a:pt x="34862" y="8537"/>
                  </a:cubicBezTo>
                  <a:cubicBezTo>
                    <a:pt x="34735" y="8664"/>
                    <a:pt x="34227" y="8918"/>
                    <a:pt x="33084" y="9680"/>
                  </a:cubicBezTo>
                  <a:cubicBezTo>
                    <a:pt x="31687" y="10569"/>
                    <a:pt x="29782" y="11966"/>
                    <a:pt x="27242" y="13744"/>
                  </a:cubicBezTo>
                  <a:cubicBezTo>
                    <a:pt x="22416" y="17046"/>
                    <a:pt x="15558" y="21745"/>
                    <a:pt x="6541" y="27714"/>
                  </a:cubicBezTo>
                  <a:cubicBezTo>
                    <a:pt x="4636" y="28984"/>
                    <a:pt x="1969" y="28476"/>
                    <a:pt x="699" y="26571"/>
                  </a:cubicBezTo>
                  <a:cubicBezTo>
                    <a:pt x="-571" y="24666"/>
                    <a:pt x="-63" y="21999"/>
                    <a:pt x="1842" y="207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395726" y="316484"/>
              <a:ext cx="15627" cy="20453"/>
            </a:xfrm>
            <a:custGeom>
              <a:avLst/>
              <a:gdLst/>
              <a:ahLst/>
              <a:cxnLst/>
              <a:rect r="r" b="b" t="t" l="l"/>
              <a:pathLst>
                <a:path h="20453" w="15627">
                  <a:moveTo>
                    <a:pt x="4451" y="0"/>
                  </a:moveTo>
                  <a:cubicBezTo>
                    <a:pt x="7118" y="127"/>
                    <a:pt x="9023" y="508"/>
                    <a:pt x="11309" y="1778"/>
                  </a:cubicBezTo>
                  <a:cubicBezTo>
                    <a:pt x="11563" y="1905"/>
                    <a:pt x="11944" y="2159"/>
                    <a:pt x="12198" y="2413"/>
                  </a:cubicBezTo>
                  <a:cubicBezTo>
                    <a:pt x="13468" y="3556"/>
                    <a:pt x="14357" y="4953"/>
                    <a:pt x="15119" y="6858"/>
                  </a:cubicBezTo>
                  <a:cubicBezTo>
                    <a:pt x="15246" y="7112"/>
                    <a:pt x="15373" y="7493"/>
                    <a:pt x="15373" y="7874"/>
                  </a:cubicBezTo>
                  <a:cubicBezTo>
                    <a:pt x="15373" y="8001"/>
                    <a:pt x="15373" y="8001"/>
                    <a:pt x="15373" y="8128"/>
                  </a:cubicBezTo>
                  <a:cubicBezTo>
                    <a:pt x="15500" y="9271"/>
                    <a:pt x="15627" y="12065"/>
                    <a:pt x="15627" y="16129"/>
                  </a:cubicBezTo>
                  <a:cubicBezTo>
                    <a:pt x="15627" y="18415"/>
                    <a:pt x="13722" y="20320"/>
                    <a:pt x="11436" y="20447"/>
                  </a:cubicBezTo>
                  <a:cubicBezTo>
                    <a:pt x="9150" y="20574"/>
                    <a:pt x="7245" y="18542"/>
                    <a:pt x="7118" y="16256"/>
                  </a:cubicBezTo>
                  <a:cubicBezTo>
                    <a:pt x="7118" y="11938"/>
                    <a:pt x="6991" y="9779"/>
                    <a:pt x="6991" y="9271"/>
                  </a:cubicBezTo>
                  <a:cubicBezTo>
                    <a:pt x="6991" y="9271"/>
                    <a:pt x="6991" y="9271"/>
                    <a:pt x="6991" y="9271"/>
                  </a:cubicBezTo>
                  <a:lnTo>
                    <a:pt x="11182" y="8636"/>
                  </a:lnTo>
                  <a:lnTo>
                    <a:pt x="7245" y="10287"/>
                  </a:lnTo>
                  <a:cubicBezTo>
                    <a:pt x="6864" y="9271"/>
                    <a:pt x="6610" y="9017"/>
                    <a:pt x="6356" y="8763"/>
                  </a:cubicBezTo>
                  <a:lnTo>
                    <a:pt x="9277" y="5715"/>
                  </a:lnTo>
                  <a:lnTo>
                    <a:pt x="7245" y="9398"/>
                  </a:lnTo>
                  <a:cubicBezTo>
                    <a:pt x="6356" y="8890"/>
                    <a:pt x="5848" y="8763"/>
                    <a:pt x="4070" y="8636"/>
                  </a:cubicBezTo>
                  <a:cubicBezTo>
                    <a:pt x="1784" y="8509"/>
                    <a:pt x="-121" y="6604"/>
                    <a:pt x="6" y="4191"/>
                  </a:cubicBezTo>
                  <a:cubicBezTo>
                    <a:pt x="133" y="1778"/>
                    <a:pt x="2038" y="0"/>
                    <a:pt x="4451" y="1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396722" y="492506"/>
              <a:ext cx="14885" cy="21997"/>
            </a:xfrm>
            <a:custGeom>
              <a:avLst/>
              <a:gdLst/>
              <a:ahLst/>
              <a:cxnLst/>
              <a:rect r="r" b="b" t="t" l="l"/>
              <a:pathLst>
                <a:path h="21997" w="14885">
                  <a:moveTo>
                    <a:pt x="14885" y="4572"/>
                  </a:moveTo>
                  <a:cubicBezTo>
                    <a:pt x="14758" y="12319"/>
                    <a:pt x="14504" y="14605"/>
                    <a:pt x="13742" y="16510"/>
                  </a:cubicBezTo>
                  <a:cubicBezTo>
                    <a:pt x="13615" y="16891"/>
                    <a:pt x="13488" y="17145"/>
                    <a:pt x="13234" y="17399"/>
                  </a:cubicBezTo>
                  <a:cubicBezTo>
                    <a:pt x="11710" y="19431"/>
                    <a:pt x="10440" y="20574"/>
                    <a:pt x="8154" y="21463"/>
                  </a:cubicBezTo>
                  <a:cubicBezTo>
                    <a:pt x="7773" y="21590"/>
                    <a:pt x="7392" y="21717"/>
                    <a:pt x="7011" y="21717"/>
                  </a:cubicBezTo>
                  <a:lnTo>
                    <a:pt x="4725" y="21971"/>
                  </a:lnTo>
                  <a:cubicBezTo>
                    <a:pt x="2439" y="22225"/>
                    <a:pt x="280" y="20574"/>
                    <a:pt x="26" y="18288"/>
                  </a:cubicBezTo>
                  <a:cubicBezTo>
                    <a:pt x="-228" y="16002"/>
                    <a:pt x="1423" y="13843"/>
                    <a:pt x="3709" y="13589"/>
                  </a:cubicBezTo>
                  <a:lnTo>
                    <a:pt x="5995" y="13335"/>
                  </a:lnTo>
                  <a:lnTo>
                    <a:pt x="6503" y="17526"/>
                  </a:lnTo>
                  <a:lnTo>
                    <a:pt x="4852" y="13589"/>
                  </a:lnTo>
                  <a:cubicBezTo>
                    <a:pt x="5360" y="13335"/>
                    <a:pt x="5487" y="13462"/>
                    <a:pt x="6376" y="12192"/>
                  </a:cubicBezTo>
                  <a:lnTo>
                    <a:pt x="9805" y="14732"/>
                  </a:lnTo>
                  <a:lnTo>
                    <a:pt x="5868" y="13081"/>
                  </a:lnTo>
                  <a:cubicBezTo>
                    <a:pt x="5868" y="13081"/>
                    <a:pt x="6249" y="12446"/>
                    <a:pt x="6376" y="4191"/>
                  </a:cubicBezTo>
                  <a:cubicBezTo>
                    <a:pt x="6376" y="1905"/>
                    <a:pt x="8281" y="0"/>
                    <a:pt x="10694" y="0"/>
                  </a:cubicBezTo>
                  <a:cubicBezTo>
                    <a:pt x="13107" y="0"/>
                    <a:pt x="14885" y="1905"/>
                    <a:pt x="14885" y="43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370078" y="494284"/>
              <a:ext cx="13644" cy="20193"/>
            </a:xfrm>
            <a:custGeom>
              <a:avLst/>
              <a:gdLst/>
              <a:ahLst/>
              <a:cxnLst/>
              <a:rect r="r" b="b" t="t" l="l"/>
              <a:pathLst>
                <a:path h="20193" w="13644">
                  <a:moveTo>
                    <a:pt x="8763" y="20193"/>
                  </a:moveTo>
                  <a:cubicBezTo>
                    <a:pt x="6477" y="19812"/>
                    <a:pt x="4826" y="19177"/>
                    <a:pt x="2921" y="17653"/>
                  </a:cubicBezTo>
                  <a:cubicBezTo>
                    <a:pt x="2540" y="17399"/>
                    <a:pt x="2286" y="17018"/>
                    <a:pt x="2032" y="16637"/>
                  </a:cubicBezTo>
                  <a:cubicBezTo>
                    <a:pt x="1016" y="14986"/>
                    <a:pt x="254" y="13335"/>
                    <a:pt x="0" y="11303"/>
                  </a:cubicBezTo>
                  <a:cubicBezTo>
                    <a:pt x="0" y="11049"/>
                    <a:pt x="0" y="10922"/>
                    <a:pt x="0" y="10668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cubicBezTo>
                    <a:pt x="6477" y="0"/>
                    <a:pt x="8382" y="1905"/>
                    <a:pt x="8382" y="4191"/>
                  </a:cubicBezTo>
                  <a:lnTo>
                    <a:pt x="8382" y="10668"/>
                  </a:lnTo>
                  <a:lnTo>
                    <a:pt x="4191" y="10668"/>
                  </a:lnTo>
                  <a:lnTo>
                    <a:pt x="8382" y="10033"/>
                  </a:lnTo>
                  <a:cubicBezTo>
                    <a:pt x="8509" y="10668"/>
                    <a:pt x="8636" y="11176"/>
                    <a:pt x="9144" y="11811"/>
                  </a:cubicBezTo>
                  <a:lnTo>
                    <a:pt x="5588" y="14097"/>
                  </a:lnTo>
                  <a:lnTo>
                    <a:pt x="8128" y="10795"/>
                  </a:lnTo>
                  <a:cubicBezTo>
                    <a:pt x="8890" y="11430"/>
                    <a:pt x="9144" y="11430"/>
                    <a:pt x="10033" y="11684"/>
                  </a:cubicBezTo>
                  <a:cubicBezTo>
                    <a:pt x="12319" y="12065"/>
                    <a:pt x="13970" y="14224"/>
                    <a:pt x="13589" y="16510"/>
                  </a:cubicBezTo>
                  <a:cubicBezTo>
                    <a:pt x="13208" y="18796"/>
                    <a:pt x="11049" y="20447"/>
                    <a:pt x="8763" y="2006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369437" y="348234"/>
              <a:ext cx="8521" cy="12192"/>
            </a:xfrm>
            <a:custGeom>
              <a:avLst/>
              <a:gdLst/>
              <a:ahLst/>
              <a:cxnLst/>
              <a:rect r="r" b="b" t="t" l="l"/>
              <a:pathLst>
                <a:path h="12192" w="8521">
                  <a:moveTo>
                    <a:pt x="133" y="8128"/>
                  </a:moveTo>
                  <a:lnTo>
                    <a:pt x="6" y="4318"/>
                  </a:lnTo>
                  <a:cubicBezTo>
                    <a:pt x="-121" y="2032"/>
                    <a:pt x="1784" y="0"/>
                    <a:pt x="4070" y="0"/>
                  </a:cubicBezTo>
                  <a:cubicBezTo>
                    <a:pt x="6356" y="0"/>
                    <a:pt x="8388" y="1778"/>
                    <a:pt x="8388" y="4064"/>
                  </a:cubicBezTo>
                  <a:lnTo>
                    <a:pt x="8515" y="7874"/>
                  </a:lnTo>
                  <a:cubicBezTo>
                    <a:pt x="8642" y="10160"/>
                    <a:pt x="6737" y="12192"/>
                    <a:pt x="4451" y="12192"/>
                  </a:cubicBezTo>
                  <a:cubicBezTo>
                    <a:pt x="2165" y="12192"/>
                    <a:pt x="133" y="10414"/>
                    <a:pt x="133" y="81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346563" y="349992"/>
              <a:ext cx="27980" cy="20487"/>
            </a:xfrm>
            <a:custGeom>
              <a:avLst/>
              <a:gdLst/>
              <a:ahLst/>
              <a:cxnLst/>
              <a:rect r="r" b="b" t="t" l="l"/>
              <a:pathLst>
                <a:path h="20487" w="27980">
                  <a:moveTo>
                    <a:pt x="25928" y="7894"/>
                  </a:moveTo>
                  <a:lnTo>
                    <a:pt x="6497" y="19832"/>
                  </a:lnTo>
                  <a:cubicBezTo>
                    <a:pt x="4465" y="21102"/>
                    <a:pt x="1925" y="20467"/>
                    <a:pt x="655" y="18435"/>
                  </a:cubicBezTo>
                  <a:cubicBezTo>
                    <a:pt x="-615" y="16403"/>
                    <a:pt x="20" y="13863"/>
                    <a:pt x="2052" y="12593"/>
                  </a:cubicBezTo>
                  <a:lnTo>
                    <a:pt x="21483" y="655"/>
                  </a:lnTo>
                  <a:cubicBezTo>
                    <a:pt x="23515" y="-615"/>
                    <a:pt x="26055" y="20"/>
                    <a:pt x="27325" y="2052"/>
                  </a:cubicBezTo>
                  <a:cubicBezTo>
                    <a:pt x="28595" y="4084"/>
                    <a:pt x="27960" y="6624"/>
                    <a:pt x="25928" y="78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365989" y="348209"/>
              <a:ext cx="11988" cy="10337"/>
            </a:xfrm>
            <a:custGeom>
              <a:avLst/>
              <a:gdLst/>
              <a:ahLst/>
              <a:cxnLst/>
              <a:rect r="r" b="b" t="t" l="l"/>
              <a:pathLst>
                <a:path h="10337" w="11988">
                  <a:moveTo>
                    <a:pt x="2184" y="2438"/>
                  </a:moveTo>
                  <a:lnTo>
                    <a:pt x="5740" y="533"/>
                  </a:lnTo>
                  <a:cubicBezTo>
                    <a:pt x="7772" y="-610"/>
                    <a:pt x="10312" y="152"/>
                    <a:pt x="11455" y="2184"/>
                  </a:cubicBezTo>
                  <a:cubicBezTo>
                    <a:pt x="12598" y="4216"/>
                    <a:pt x="11836" y="6756"/>
                    <a:pt x="9804" y="7899"/>
                  </a:cubicBezTo>
                  <a:lnTo>
                    <a:pt x="6248" y="9804"/>
                  </a:lnTo>
                  <a:cubicBezTo>
                    <a:pt x="4216" y="10947"/>
                    <a:pt x="1676" y="10185"/>
                    <a:pt x="533" y="8153"/>
                  </a:cubicBezTo>
                  <a:cubicBezTo>
                    <a:pt x="-610" y="6121"/>
                    <a:pt x="152" y="3581"/>
                    <a:pt x="2184" y="24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429768" y="441960"/>
              <a:ext cx="74168" cy="74168"/>
            </a:xfrm>
            <a:custGeom>
              <a:avLst/>
              <a:gdLst/>
              <a:ahLst/>
              <a:cxnLst/>
              <a:rect r="r" b="b" t="t" l="l"/>
              <a:pathLst>
                <a:path h="74168" w="74168">
                  <a:moveTo>
                    <a:pt x="74168" y="37084"/>
                  </a:moveTo>
                  <a:cubicBezTo>
                    <a:pt x="74168" y="42037"/>
                    <a:pt x="73279" y="46736"/>
                    <a:pt x="71374" y="51308"/>
                  </a:cubicBezTo>
                  <a:cubicBezTo>
                    <a:pt x="71374" y="51308"/>
                    <a:pt x="71374" y="51308"/>
                    <a:pt x="71374" y="51308"/>
                  </a:cubicBezTo>
                  <a:cubicBezTo>
                    <a:pt x="69469" y="55880"/>
                    <a:pt x="66802" y="59817"/>
                    <a:pt x="63373" y="63373"/>
                  </a:cubicBezTo>
                  <a:cubicBezTo>
                    <a:pt x="63373" y="63373"/>
                    <a:pt x="63373" y="63373"/>
                    <a:pt x="63373" y="63373"/>
                  </a:cubicBezTo>
                  <a:cubicBezTo>
                    <a:pt x="59944" y="66802"/>
                    <a:pt x="55880" y="69596"/>
                    <a:pt x="51308" y="71374"/>
                  </a:cubicBezTo>
                  <a:lnTo>
                    <a:pt x="49657" y="67437"/>
                  </a:lnTo>
                  <a:lnTo>
                    <a:pt x="51308" y="71374"/>
                  </a:lnTo>
                  <a:cubicBezTo>
                    <a:pt x="46736" y="73279"/>
                    <a:pt x="42037" y="74168"/>
                    <a:pt x="37084" y="74168"/>
                  </a:cubicBezTo>
                  <a:lnTo>
                    <a:pt x="37084" y="69977"/>
                  </a:lnTo>
                  <a:lnTo>
                    <a:pt x="37084" y="74168"/>
                  </a:lnTo>
                  <a:cubicBezTo>
                    <a:pt x="32131" y="74168"/>
                    <a:pt x="27432" y="73279"/>
                    <a:pt x="22860" y="71374"/>
                  </a:cubicBezTo>
                  <a:lnTo>
                    <a:pt x="24511" y="67437"/>
                  </a:lnTo>
                  <a:lnTo>
                    <a:pt x="22860" y="71374"/>
                  </a:lnTo>
                  <a:cubicBezTo>
                    <a:pt x="18288" y="69469"/>
                    <a:pt x="14224" y="66802"/>
                    <a:pt x="10795" y="63373"/>
                  </a:cubicBezTo>
                  <a:cubicBezTo>
                    <a:pt x="10795" y="63373"/>
                    <a:pt x="10795" y="63373"/>
                    <a:pt x="10795" y="63373"/>
                  </a:cubicBezTo>
                  <a:cubicBezTo>
                    <a:pt x="7366" y="59944"/>
                    <a:pt x="4572" y="55880"/>
                    <a:pt x="2794" y="51308"/>
                  </a:cubicBezTo>
                  <a:lnTo>
                    <a:pt x="6731" y="49657"/>
                  </a:lnTo>
                  <a:lnTo>
                    <a:pt x="2794" y="51308"/>
                  </a:lnTo>
                  <a:cubicBezTo>
                    <a:pt x="889" y="46736"/>
                    <a:pt x="0" y="42037"/>
                    <a:pt x="0" y="37084"/>
                  </a:cubicBezTo>
                  <a:lnTo>
                    <a:pt x="4191" y="37084"/>
                  </a:lnTo>
                  <a:lnTo>
                    <a:pt x="0" y="37084"/>
                  </a:lnTo>
                  <a:cubicBezTo>
                    <a:pt x="0" y="32131"/>
                    <a:pt x="889" y="27432"/>
                    <a:pt x="2794" y="22860"/>
                  </a:cubicBezTo>
                  <a:lnTo>
                    <a:pt x="6731" y="24511"/>
                  </a:lnTo>
                  <a:lnTo>
                    <a:pt x="2794" y="22860"/>
                  </a:lnTo>
                  <a:cubicBezTo>
                    <a:pt x="4699" y="18288"/>
                    <a:pt x="7366" y="14224"/>
                    <a:pt x="10795" y="10795"/>
                  </a:cubicBezTo>
                  <a:lnTo>
                    <a:pt x="13843" y="13843"/>
                  </a:lnTo>
                  <a:lnTo>
                    <a:pt x="10795" y="10795"/>
                  </a:lnTo>
                  <a:cubicBezTo>
                    <a:pt x="14224" y="7366"/>
                    <a:pt x="18288" y="4572"/>
                    <a:pt x="22860" y="2794"/>
                  </a:cubicBezTo>
                  <a:cubicBezTo>
                    <a:pt x="22860" y="2794"/>
                    <a:pt x="22860" y="2794"/>
                    <a:pt x="22860" y="2794"/>
                  </a:cubicBezTo>
                  <a:cubicBezTo>
                    <a:pt x="27432" y="889"/>
                    <a:pt x="32131" y="0"/>
                    <a:pt x="37084" y="0"/>
                  </a:cubicBezTo>
                  <a:lnTo>
                    <a:pt x="37084" y="4191"/>
                  </a:lnTo>
                  <a:lnTo>
                    <a:pt x="37084" y="0"/>
                  </a:lnTo>
                  <a:cubicBezTo>
                    <a:pt x="42037" y="0"/>
                    <a:pt x="46736" y="889"/>
                    <a:pt x="51308" y="2794"/>
                  </a:cubicBezTo>
                  <a:cubicBezTo>
                    <a:pt x="51308" y="2794"/>
                    <a:pt x="51308" y="2794"/>
                    <a:pt x="51308" y="2794"/>
                  </a:cubicBezTo>
                  <a:cubicBezTo>
                    <a:pt x="55880" y="4699"/>
                    <a:pt x="59817" y="7366"/>
                    <a:pt x="63373" y="10795"/>
                  </a:cubicBezTo>
                  <a:lnTo>
                    <a:pt x="60325" y="13843"/>
                  </a:lnTo>
                  <a:lnTo>
                    <a:pt x="63373" y="10795"/>
                  </a:lnTo>
                  <a:cubicBezTo>
                    <a:pt x="66802" y="14224"/>
                    <a:pt x="69596" y="18288"/>
                    <a:pt x="71374" y="22860"/>
                  </a:cubicBezTo>
                  <a:cubicBezTo>
                    <a:pt x="71374" y="22860"/>
                    <a:pt x="71374" y="22860"/>
                    <a:pt x="71374" y="22860"/>
                  </a:cubicBezTo>
                  <a:cubicBezTo>
                    <a:pt x="73279" y="27432"/>
                    <a:pt x="74168" y="32131"/>
                    <a:pt x="74168" y="37084"/>
                  </a:cubicBezTo>
                  <a:lnTo>
                    <a:pt x="69977" y="37084"/>
                  </a:lnTo>
                  <a:lnTo>
                    <a:pt x="74168" y="37084"/>
                  </a:lnTo>
                  <a:moveTo>
                    <a:pt x="65659" y="37084"/>
                  </a:moveTo>
                  <a:cubicBezTo>
                    <a:pt x="65659" y="33274"/>
                    <a:pt x="64897" y="29591"/>
                    <a:pt x="63500" y="26162"/>
                  </a:cubicBezTo>
                  <a:lnTo>
                    <a:pt x="67437" y="24511"/>
                  </a:lnTo>
                  <a:lnTo>
                    <a:pt x="63500" y="26162"/>
                  </a:lnTo>
                  <a:cubicBezTo>
                    <a:pt x="61976" y="22606"/>
                    <a:pt x="59944" y="19558"/>
                    <a:pt x="57277" y="16891"/>
                  </a:cubicBezTo>
                  <a:cubicBezTo>
                    <a:pt x="57277" y="16891"/>
                    <a:pt x="57277" y="16891"/>
                    <a:pt x="57277" y="16891"/>
                  </a:cubicBezTo>
                  <a:cubicBezTo>
                    <a:pt x="54610" y="14224"/>
                    <a:pt x="51435" y="12192"/>
                    <a:pt x="48006" y="10668"/>
                  </a:cubicBezTo>
                  <a:lnTo>
                    <a:pt x="49657" y="6731"/>
                  </a:lnTo>
                  <a:lnTo>
                    <a:pt x="48006" y="10668"/>
                  </a:lnTo>
                  <a:cubicBezTo>
                    <a:pt x="44450" y="9271"/>
                    <a:pt x="40767" y="8509"/>
                    <a:pt x="36957" y="8509"/>
                  </a:cubicBezTo>
                  <a:cubicBezTo>
                    <a:pt x="33147" y="8509"/>
                    <a:pt x="29464" y="9271"/>
                    <a:pt x="26035" y="10668"/>
                  </a:cubicBezTo>
                  <a:lnTo>
                    <a:pt x="24384" y="6731"/>
                  </a:lnTo>
                  <a:lnTo>
                    <a:pt x="26035" y="10668"/>
                  </a:lnTo>
                  <a:cubicBezTo>
                    <a:pt x="22479" y="12192"/>
                    <a:pt x="19431" y="14224"/>
                    <a:pt x="16764" y="16891"/>
                  </a:cubicBezTo>
                  <a:cubicBezTo>
                    <a:pt x="16764" y="16891"/>
                    <a:pt x="16764" y="16891"/>
                    <a:pt x="16764" y="16891"/>
                  </a:cubicBezTo>
                  <a:cubicBezTo>
                    <a:pt x="14097" y="19558"/>
                    <a:pt x="12065" y="22733"/>
                    <a:pt x="10541" y="26162"/>
                  </a:cubicBezTo>
                  <a:cubicBezTo>
                    <a:pt x="10541" y="26162"/>
                    <a:pt x="10541" y="26162"/>
                    <a:pt x="10541" y="26162"/>
                  </a:cubicBezTo>
                  <a:cubicBezTo>
                    <a:pt x="9144" y="29718"/>
                    <a:pt x="8382" y="33274"/>
                    <a:pt x="8382" y="37084"/>
                  </a:cubicBezTo>
                  <a:cubicBezTo>
                    <a:pt x="8382" y="40894"/>
                    <a:pt x="9144" y="44577"/>
                    <a:pt x="10541" y="48006"/>
                  </a:cubicBezTo>
                  <a:cubicBezTo>
                    <a:pt x="10541" y="48006"/>
                    <a:pt x="10541" y="48006"/>
                    <a:pt x="10541" y="48006"/>
                  </a:cubicBezTo>
                  <a:cubicBezTo>
                    <a:pt x="11938" y="51562"/>
                    <a:pt x="14097" y="54610"/>
                    <a:pt x="16764" y="57277"/>
                  </a:cubicBezTo>
                  <a:lnTo>
                    <a:pt x="13716" y="60325"/>
                  </a:lnTo>
                  <a:lnTo>
                    <a:pt x="16764" y="57277"/>
                  </a:lnTo>
                  <a:cubicBezTo>
                    <a:pt x="19431" y="59944"/>
                    <a:pt x="22606" y="61976"/>
                    <a:pt x="26035" y="63500"/>
                  </a:cubicBezTo>
                  <a:cubicBezTo>
                    <a:pt x="26035" y="63500"/>
                    <a:pt x="26035" y="63500"/>
                    <a:pt x="26035" y="63500"/>
                  </a:cubicBezTo>
                  <a:cubicBezTo>
                    <a:pt x="29591" y="65024"/>
                    <a:pt x="33147" y="65659"/>
                    <a:pt x="36957" y="65659"/>
                  </a:cubicBezTo>
                  <a:cubicBezTo>
                    <a:pt x="40767" y="65659"/>
                    <a:pt x="44450" y="64897"/>
                    <a:pt x="47879" y="63500"/>
                  </a:cubicBezTo>
                  <a:cubicBezTo>
                    <a:pt x="47879" y="63500"/>
                    <a:pt x="47879" y="63500"/>
                    <a:pt x="47879" y="63500"/>
                  </a:cubicBezTo>
                  <a:cubicBezTo>
                    <a:pt x="51435" y="62103"/>
                    <a:pt x="54483" y="59944"/>
                    <a:pt x="57150" y="57277"/>
                  </a:cubicBezTo>
                  <a:lnTo>
                    <a:pt x="60198" y="60325"/>
                  </a:lnTo>
                  <a:lnTo>
                    <a:pt x="57150" y="57277"/>
                  </a:lnTo>
                  <a:cubicBezTo>
                    <a:pt x="59817" y="54610"/>
                    <a:pt x="61849" y="51435"/>
                    <a:pt x="63373" y="48006"/>
                  </a:cubicBezTo>
                  <a:lnTo>
                    <a:pt x="67310" y="49657"/>
                  </a:lnTo>
                  <a:lnTo>
                    <a:pt x="63373" y="48006"/>
                  </a:lnTo>
                  <a:cubicBezTo>
                    <a:pt x="64770" y="44450"/>
                    <a:pt x="65532" y="40894"/>
                    <a:pt x="65532" y="370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376549" y="316484"/>
              <a:ext cx="27824" cy="8636"/>
            </a:xfrm>
            <a:custGeom>
              <a:avLst/>
              <a:gdLst/>
              <a:ahLst/>
              <a:cxnLst/>
              <a:rect r="r" b="b" t="t" l="l"/>
              <a:pathLst>
                <a:path h="8636" w="27824">
                  <a:moveTo>
                    <a:pt x="4197" y="127"/>
                  </a:moveTo>
                  <a:lnTo>
                    <a:pt x="23501" y="0"/>
                  </a:lnTo>
                  <a:cubicBezTo>
                    <a:pt x="25787" y="0"/>
                    <a:pt x="27692" y="1905"/>
                    <a:pt x="27819" y="4191"/>
                  </a:cubicBezTo>
                  <a:cubicBezTo>
                    <a:pt x="27946" y="6477"/>
                    <a:pt x="25914" y="8382"/>
                    <a:pt x="23628" y="8509"/>
                  </a:cubicBezTo>
                  <a:lnTo>
                    <a:pt x="4324" y="8636"/>
                  </a:lnTo>
                  <a:cubicBezTo>
                    <a:pt x="2038" y="8636"/>
                    <a:pt x="133" y="6731"/>
                    <a:pt x="6" y="4445"/>
                  </a:cubicBezTo>
                  <a:cubicBezTo>
                    <a:pt x="-121" y="2159"/>
                    <a:pt x="1911" y="254"/>
                    <a:pt x="4197" y="1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403098" y="328295"/>
              <a:ext cx="8509" cy="172847"/>
            </a:xfrm>
            <a:custGeom>
              <a:avLst/>
              <a:gdLst/>
              <a:ahLst/>
              <a:cxnLst/>
              <a:rect r="r" b="b" t="t" l="l"/>
              <a:pathLst>
                <a:path h="172847" w="8509">
                  <a:moveTo>
                    <a:pt x="8382" y="4191"/>
                  </a:moveTo>
                  <a:lnTo>
                    <a:pt x="8509" y="168656"/>
                  </a:lnTo>
                  <a:cubicBezTo>
                    <a:pt x="8509" y="170942"/>
                    <a:pt x="6604" y="172847"/>
                    <a:pt x="4318" y="172847"/>
                  </a:cubicBezTo>
                  <a:cubicBezTo>
                    <a:pt x="2032" y="172847"/>
                    <a:pt x="127" y="170942"/>
                    <a:pt x="127" y="168656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cubicBezTo>
                    <a:pt x="6477" y="0"/>
                    <a:pt x="8382" y="1905"/>
                    <a:pt x="8382" y="41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375285" y="506222"/>
              <a:ext cx="29845" cy="8382"/>
            </a:xfrm>
            <a:custGeom>
              <a:avLst/>
              <a:gdLst/>
              <a:ahLst/>
              <a:cxnLst/>
              <a:rect r="r" b="b" t="t" l="l"/>
              <a:pathLst>
                <a:path h="8382" w="29845">
                  <a:moveTo>
                    <a:pt x="25654" y="8382"/>
                  </a:moveTo>
                  <a:lnTo>
                    <a:pt x="4191" y="8382"/>
                  </a:lnTo>
                  <a:cubicBezTo>
                    <a:pt x="1905" y="8382"/>
                    <a:pt x="0" y="6477"/>
                    <a:pt x="0" y="4191"/>
                  </a:cubicBezTo>
                  <a:cubicBezTo>
                    <a:pt x="0" y="1905"/>
                    <a:pt x="1905" y="0"/>
                    <a:pt x="4191" y="0"/>
                  </a:cubicBezTo>
                  <a:lnTo>
                    <a:pt x="25654" y="0"/>
                  </a:lnTo>
                  <a:cubicBezTo>
                    <a:pt x="27940" y="0"/>
                    <a:pt x="29845" y="1905"/>
                    <a:pt x="29845" y="4191"/>
                  </a:cubicBezTo>
                  <a:cubicBezTo>
                    <a:pt x="29845" y="6477"/>
                    <a:pt x="27940" y="8382"/>
                    <a:pt x="25654" y="83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369570" y="352044"/>
              <a:ext cx="8636" cy="150749"/>
            </a:xfrm>
            <a:custGeom>
              <a:avLst/>
              <a:gdLst/>
              <a:ahLst/>
              <a:cxnLst/>
              <a:rect r="r" b="b" t="t" l="l"/>
              <a:pathLst>
                <a:path h="150749" w="8636">
                  <a:moveTo>
                    <a:pt x="254" y="146558"/>
                  </a:move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cubicBezTo>
                    <a:pt x="6477" y="0"/>
                    <a:pt x="8382" y="1905"/>
                    <a:pt x="8382" y="4191"/>
                  </a:cubicBezTo>
                  <a:lnTo>
                    <a:pt x="8636" y="146558"/>
                  </a:lnTo>
                  <a:cubicBezTo>
                    <a:pt x="8636" y="148844"/>
                    <a:pt x="6731" y="150749"/>
                    <a:pt x="4445" y="150749"/>
                  </a:cubicBezTo>
                  <a:cubicBezTo>
                    <a:pt x="2159" y="150749"/>
                    <a:pt x="254" y="148844"/>
                    <a:pt x="254" y="1465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620163" y="2781833"/>
            <a:ext cx="9049798" cy="49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b="true" sz="2789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Conclusion: Empowering Education Through Technology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61848" y="4115067"/>
            <a:ext cx="2237632" cy="307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8"/>
              </a:lnSpc>
            </a:pPr>
            <a:r>
              <a:rPr lang="en-US" b="true" sz="1394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Modernized Administration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10793" y="4446765"/>
            <a:ext cx="27899" cy="27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205583" y="4115067"/>
            <a:ext cx="1622708" cy="307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8"/>
              </a:lnSpc>
            </a:pPr>
            <a:r>
              <a:rPr lang="en-US" b="true" sz="1394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Enhanced Efficiency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301928" y="4446765"/>
            <a:ext cx="27899" cy="27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649327" y="4115067"/>
            <a:ext cx="1628746" cy="307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8"/>
              </a:lnSpc>
            </a:pPr>
            <a:r>
              <a:rPr lang="en-US" b="true" sz="1394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Join the Digital Shift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073666" y="4446765"/>
            <a:ext cx="27899" cy="27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61848" y="4513440"/>
            <a:ext cx="2854966" cy="639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5"/>
              </a:lnSpc>
            </a:pPr>
            <a:r>
              <a:rPr lang="en-US" sz="1115" spc="1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Our Student Record Management System is designed to usher in a new era of modernized school administration.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205583" y="4513440"/>
            <a:ext cx="2680992" cy="639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5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It significantly enhances transparency, operational efficiency, and communication among all educational stakeholders.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649327" y="4513440"/>
            <a:ext cx="2959418" cy="201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5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Join us in transforming education with smarter,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649327" y="4732515"/>
            <a:ext cx="2575484" cy="436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5"/>
              </a:lnSpc>
            </a:pPr>
            <a:r>
              <a:rPr lang="en-US" sz="111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more agile, and completely digital record management solutions.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1355" y="1046286"/>
            <a:ext cx="3967290" cy="4346632"/>
          </a:xfrm>
          <a:custGeom>
            <a:avLst/>
            <a:gdLst/>
            <a:ahLst/>
            <a:cxnLst/>
            <a:rect r="r" b="b" t="t" l="l"/>
            <a:pathLst>
              <a:path h="4346632" w="3967290">
                <a:moveTo>
                  <a:pt x="0" y="0"/>
                </a:moveTo>
                <a:lnTo>
                  <a:pt x="3967290" y="0"/>
                </a:lnTo>
                <a:lnTo>
                  <a:pt x="3967290" y="4346633"/>
                </a:lnTo>
                <a:lnTo>
                  <a:pt x="0" y="4346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DAG7BabsS5c</dc:identifier>
  <dcterms:modified xsi:type="dcterms:W3CDTF">2011-08-01T06:04:30Z</dcterms:modified>
  <cp:revision>1</cp:revision>
  <dc:title>Student-Record-Management-System.pdf</dc:title>
</cp:coreProperties>
</file>